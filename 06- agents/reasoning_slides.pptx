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custDataLst>
    <p:tags r:id="rId5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1B2A35"/>
    <a:srgbClr val="B0DCD8"/>
    <a:srgbClr val="009898"/>
    <a:srgbClr val="009999"/>
    <a:srgbClr val="B2DFDB"/>
    <a:srgbClr val="FFFFFF"/>
    <a:srgbClr val="4CB4AA"/>
    <a:srgbClr val="E8ECEB"/>
    <a:srgbClr val="4DB6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616EA0-74D4-4042-BF8A-C23B88EBEA7A}" v="2" dt="2026-06-03T06:51:54.4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87320" autoAdjust="0"/>
  </p:normalViewPr>
  <p:slideViewPr>
    <p:cSldViewPr snapToGrid="0" snapToObjects="1">
      <p:cViewPr varScale="1">
        <p:scale>
          <a:sx n="91" d="100"/>
          <a:sy n="91" d="100"/>
        </p:scale>
        <p:origin x="1166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60" d="100"/>
          <a:sy n="60" d="100"/>
        </p:scale>
        <p:origin x="351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tags" Target="tags/tag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ren Kalif" userId="5868bb54faae5870" providerId="LiveId" clId="{D57E9BFA-5870-432A-B7DF-8B5654D061E6}"/>
    <pc:docChg chg="undo custSel modSld">
      <pc:chgData name="Keren Kalif" userId="5868bb54faae5870" providerId="LiveId" clId="{D57E9BFA-5870-432A-B7DF-8B5654D061E6}" dt="2026-06-03T06:53:07.818" v="38" actId="478"/>
      <pc:docMkLst>
        <pc:docMk/>
      </pc:docMkLst>
      <pc:sldChg chg="delSp modSp mod">
        <pc:chgData name="Keren Kalif" userId="5868bb54faae5870" providerId="LiveId" clId="{D57E9BFA-5870-432A-B7DF-8B5654D061E6}" dt="2026-06-03T06:53:02.724" v="37" actId="207"/>
        <pc:sldMkLst>
          <pc:docMk/>
          <pc:sldMk cId="0" sldId="256"/>
        </pc:sldMkLst>
        <pc:spChg chg="del">
          <ac:chgData name="Keren Kalif" userId="5868bb54faae5870" providerId="LiveId" clId="{D57E9BFA-5870-432A-B7DF-8B5654D061E6}" dt="2026-06-03T06:51:27.591" v="0" actId="478"/>
          <ac:spMkLst>
            <pc:docMk/>
            <pc:sldMk cId="0" sldId="256"/>
            <ac:spMk id="2" creationId="{00000000-0000-0000-0000-000000000000}"/>
          </ac:spMkLst>
        </pc:spChg>
        <pc:spChg chg="mod">
          <ac:chgData name="Keren Kalif" userId="5868bb54faae5870" providerId="LiveId" clId="{D57E9BFA-5870-432A-B7DF-8B5654D061E6}" dt="2026-06-03T06:51:33.525" v="1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Keren Kalif" userId="5868bb54faae5870" providerId="LiveId" clId="{D57E9BFA-5870-432A-B7DF-8B5654D061E6}" dt="2026-06-03T06:51:43.056" v="19" actId="5793"/>
          <ac:spMkLst>
            <pc:docMk/>
            <pc:sldMk cId="0" sldId="256"/>
            <ac:spMk id="7" creationId="{00000000-0000-0000-0000-000000000000}"/>
          </ac:spMkLst>
        </pc:spChg>
        <pc:spChg chg="mod">
          <ac:chgData name="Keren Kalif" userId="5868bb54faae5870" providerId="LiveId" clId="{D57E9BFA-5870-432A-B7DF-8B5654D061E6}" dt="2026-06-03T06:51:54.424" v="22"/>
          <ac:spMkLst>
            <pc:docMk/>
            <pc:sldMk cId="0" sldId="256"/>
            <ac:spMk id="10" creationId="{00000000-0000-0000-0000-000000000000}"/>
          </ac:spMkLst>
        </pc:spChg>
        <pc:spChg chg="mod">
          <ac:chgData name="Keren Kalif" userId="5868bb54faae5870" providerId="LiveId" clId="{D57E9BFA-5870-432A-B7DF-8B5654D061E6}" dt="2026-06-03T06:52:29.142" v="28" actId="108"/>
          <ac:spMkLst>
            <pc:docMk/>
            <pc:sldMk cId="0" sldId="256"/>
            <ac:spMk id="14" creationId="{00000000-0000-0000-0000-000000000000}"/>
          </ac:spMkLst>
        </pc:spChg>
        <pc:spChg chg="mod">
          <ac:chgData name="Keren Kalif" userId="5868bb54faae5870" providerId="LiveId" clId="{D57E9BFA-5870-432A-B7DF-8B5654D061E6}" dt="2026-06-03T06:52:41.508" v="31" actId="207"/>
          <ac:spMkLst>
            <pc:docMk/>
            <pc:sldMk cId="0" sldId="256"/>
            <ac:spMk id="18" creationId="{00000000-0000-0000-0000-000000000000}"/>
          </ac:spMkLst>
        </pc:spChg>
        <pc:spChg chg="mod">
          <ac:chgData name="Keren Kalif" userId="5868bb54faae5870" providerId="LiveId" clId="{D57E9BFA-5870-432A-B7DF-8B5654D061E6}" dt="2026-06-03T06:52:51.608" v="34" actId="207"/>
          <ac:spMkLst>
            <pc:docMk/>
            <pc:sldMk cId="0" sldId="256"/>
            <ac:spMk id="22" creationId="{00000000-0000-0000-0000-000000000000}"/>
          </ac:spMkLst>
        </pc:spChg>
        <pc:spChg chg="mod">
          <ac:chgData name="Keren Kalif" userId="5868bb54faae5870" providerId="LiveId" clId="{D57E9BFA-5870-432A-B7DF-8B5654D061E6}" dt="2026-06-03T06:53:02.724" v="37" actId="207"/>
          <ac:spMkLst>
            <pc:docMk/>
            <pc:sldMk cId="0" sldId="256"/>
            <ac:spMk id="26" creationId="{00000000-0000-0000-0000-000000000000}"/>
          </ac:spMkLst>
        </pc:spChg>
      </pc:sldChg>
      <pc:sldChg chg="delSp mod">
        <pc:chgData name="Keren Kalif" userId="5868bb54faae5870" providerId="LiveId" clId="{D57E9BFA-5870-432A-B7DF-8B5654D061E6}" dt="2026-06-03T06:53:07.818" v="38" actId="478"/>
        <pc:sldMkLst>
          <pc:docMk/>
          <pc:sldMk cId="0" sldId="257"/>
        </pc:sldMkLst>
        <pc:spChg chg="del">
          <ac:chgData name="Keren Kalif" userId="5868bb54faae5870" providerId="LiveId" clId="{D57E9BFA-5870-432A-B7DF-8B5654D061E6}" dt="2026-06-03T06:53:07.818" v="38" actId="478"/>
          <ac:spMkLst>
            <pc:docMk/>
            <pc:sldMk cId="0" sldId="257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7830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F36666E1-39C5-3B97-558A-B0BDFD7FDC3D}"/>
              </a:ext>
            </a:extLst>
          </p:cNvPr>
          <p:cNvSpPr/>
          <p:nvPr userDrawn="1"/>
        </p:nvSpPr>
        <p:spPr>
          <a:xfrm>
            <a:off x="8696325" y="566338"/>
            <a:ext cx="228600" cy="228600"/>
          </a:xfrm>
          <a:prstGeom prst="ellipse">
            <a:avLst/>
          </a:prstGeom>
          <a:solidFill>
            <a:srgbClr val="FFD54F"/>
          </a:solidFill>
          <a:ln/>
        </p:spPr>
        <p:txBody>
          <a:bodyPr/>
          <a:lstStyle/>
          <a:p>
            <a:endParaRPr lang="LID4096" dirty="0">
              <a:latin typeface="Arial" panose="020B060402020202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DC9A8D8-5C85-6B3D-AAC9-906C35C3E83D}"/>
              </a:ext>
            </a:extLst>
          </p:cNvPr>
          <p:cNvSpPr/>
          <p:nvPr userDrawn="1"/>
        </p:nvSpPr>
        <p:spPr>
          <a:xfrm>
            <a:off x="640080" y="14173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endParaRPr lang="en-US" sz="4800" dirty="0">
              <a:latin typeface="Arial" panose="020B0604020202020204" pitchFamily="34" charset="0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A27E413-E05C-60AA-9F77-2818817862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1850" y="3600450"/>
            <a:ext cx="7864475" cy="628650"/>
          </a:xfrm>
          <a:prstGeom prst="rect">
            <a:avLst/>
          </a:prstGeom>
        </p:spPr>
        <p:txBody>
          <a:bodyPr/>
          <a:lstStyle>
            <a:lvl1pPr algn="r" rtl="1">
              <a:buNone/>
              <a:defRPr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7BF0D71-A189-5FC0-7ECF-158786DF2D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1850" y="1609725"/>
            <a:ext cx="7864475" cy="1828800"/>
          </a:xfrm>
          <a:prstGeom prst="rect">
            <a:avLst/>
          </a:prstGeom>
        </p:spPr>
        <p:txBody>
          <a:bodyPr/>
          <a:lstStyle>
            <a:lvl1pPr marL="0" indent="0" algn="r" rtl="1">
              <a:buNone/>
              <a:defRPr sz="36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r>
              <a:rPr lang="he-IL" dirty="0"/>
              <a:t> </a:t>
            </a:r>
            <a:r>
              <a:rPr lang="en-US" dirty="0"/>
              <a:t>level</a:t>
            </a:r>
            <a:endParaRPr lang="LID4096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8DC9A8D8-5C85-6B3D-AAC9-906C35C3E83D}"/>
              </a:ext>
            </a:extLst>
          </p:cNvPr>
          <p:cNvSpPr/>
          <p:nvPr userDrawn="1"/>
        </p:nvSpPr>
        <p:spPr>
          <a:xfrm>
            <a:off x="640080" y="14173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endParaRPr lang="en-US" sz="4800" dirty="0">
              <a:latin typeface="Arial" panose="020B0604020202020204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4759E5-AA63-9C4F-0495-B30EBC5065D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4775" y="907143"/>
            <a:ext cx="8934450" cy="3741057"/>
          </a:xfrm>
          <a:prstGeom prst="rect">
            <a:avLst/>
          </a:prstGeom>
        </p:spPr>
        <p:txBody>
          <a:bodyPr/>
          <a:lstStyle>
            <a:lvl1pPr algn="r" rtl="1">
              <a:buClr>
                <a:srgbClr val="FFC000"/>
              </a:buClr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Clr>
                <a:srgbClr val="FFC000"/>
              </a:buClr>
              <a:buSzPct val="60000"/>
              <a:buFont typeface="Wingdings" panose="05000000000000000000" pitchFamily="2" charset="2"/>
              <a:buChar char="q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Clr>
                <a:srgbClr val="FFC000"/>
              </a:buClr>
              <a:buFont typeface="Wingdings" panose="05000000000000000000" pitchFamily="2" charset="2"/>
              <a:buChar char="§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Clr>
                <a:srgbClr val="FFC000"/>
              </a:buClr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Clr>
                <a:srgbClr val="FFC000"/>
              </a:buClr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C460F9-F720-0093-8650-5BAB3A5F5E08}"/>
              </a:ext>
            </a:extLst>
          </p:cNvPr>
          <p:cNvSpPr txBox="1"/>
          <p:nvPr userDrawn="1"/>
        </p:nvSpPr>
        <p:spPr>
          <a:xfrm>
            <a:off x="8819511" y="-33464"/>
            <a:ext cx="410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D0AD18FF-07F8-4B51-B2E9-59A5A06974E2}" type="slidenum">
              <a:rPr lang="LID4096" sz="1100" smtClean="0">
                <a:solidFill>
                  <a:schemeClr val="bg1"/>
                </a:solidFill>
              </a:rPr>
              <a:t>‹#›</a:t>
            </a:fld>
            <a:endParaRPr lang="LID4096" sz="1100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EF42CA-3887-F1D8-C129-4F2812F26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" y="274639"/>
            <a:ext cx="8934449" cy="48736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r" rtl="1">
              <a:defRPr lang="en-US" sz="2800" b="1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63874106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8DC9A8D8-5C85-6B3D-AAC9-906C35C3E83D}"/>
              </a:ext>
            </a:extLst>
          </p:cNvPr>
          <p:cNvSpPr/>
          <p:nvPr userDrawn="1"/>
        </p:nvSpPr>
        <p:spPr>
          <a:xfrm>
            <a:off x="640080" y="14173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endParaRPr lang="en-US" sz="4800" dirty="0">
              <a:latin typeface="Arial" panose="020B0604020202020204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4759E5-AA63-9C4F-0495-B30EBC5065D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4775" y="907143"/>
            <a:ext cx="8934450" cy="3741057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/>
          <a:lstStyle>
            <a:lvl1pPr algn="l" rtl="0">
              <a:spcBef>
                <a:spcPts val="400"/>
              </a:spcBef>
              <a:buClr>
                <a:srgbClr val="FFC000"/>
              </a:buClr>
              <a:buFont typeface="Wingdings" panose="05000000000000000000" pitchFamily="2" charset="2"/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Clr>
                <a:srgbClr val="FFC000"/>
              </a:buClr>
              <a:buSzPct val="60000"/>
              <a:buFont typeface="Wingdings" panose="05000000000000000000" pitchFamily="2" charset="2"/>
              <a:buChar char="q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Clr>
                <a:srgbClr val="FFC000"/>
              </a:buClr>
              <a:buFont typeface="Wingdings" panose="05000000000000000000" pitchFamily="2" charset="2"/>
              <a:buChar char="§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Clr>
                <a:srgbClr val="FFC000"/>
              </a:buClr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Clr>
                <a:srgbClr val="FFC000"/>
              </a:buClr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C460F9-F720-0093-8650-5BAB3A5F5E08}"/>
              </a:ext>
            </a:extLst>
          </p:cNvPr>
          <p:cNvSpPr txBox="1"/>
          <p:nvPr userDrawn="1"/>
        </p:nvSpPr>
        <p:spPr>
          <a:xfrm>
            <a:off x="8819511" y="-33464"/>
            <a:ext cx="410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D0AD18FF-07F8-4B51-B2E9-59A5A06974E2}" type="slidenum">
              <a:rPr lang="LID4096" sz="1100" smtClean="0">
                <a:solidFill>
                  <a:schemeClr val="bg1"/>
                </a:solidFill>
              </a:rPr>
              <a:t>‹#›</a:t>
            </a:fld>
            <a:endParaRPr lang="LID4096" sz="1100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A53C35-9E15-557F-3CB5-3A6BD76CA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" y="274639"/>
            <a:ext cx="8934449" cy="48736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rtl="1">
              <a:defRPr lang="en-US" sz="2800" b="1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54938041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8DC9A8D8-5C85-6B3D-AAC9-906C35C3E83D}"/>
              </a:ext>
            </a:extLst>
          </p:cNvPr>
          <p:cNvSpPr/>
          <p:nvPr userDrawn="1"/>
        </p:nvSpPr>
        <p:spPr>
          <a:xfrm>
            <a:off x="640080" y="14173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endParaRPr lang="en-US" sz="4800" dirty="0"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108CC-3C44-EFCF-7E80-CB42A2BAE9B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1698171"/>
            <a:ext cx="9144000" cy="837293"/>
          </a:xfrm>
          <a:prstGeom prst="rect">
            <a:avLst/>
          </a:prstGeom>
          <a:solidFill>
            <a:srgbClr val="B2DFDB"/>
          </a:solidFill>
        </p:spPr>
        <p:txBody>
          <a:bodyPr anchor="ctr"/>
          <a:lstStyle>
            <a:lvl1pPr algn="ctr" rtl="1">
              <a:buNone/>
              <a:defRPr sz="3200" b="1">
                <a:latin typeface="Arial" panose="020B0604020202020204" pitchFamily="34" charset="0"/>
              </a:defRPr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881E37-8B9F-00E1-0271-CAB671562B47}"/>
              </a:ext>
            </a:extLst>
          </p:cNvPr>
          <p:cNvSpPr/>
          <p:nvPr userDrawn="1"/>
        </p:nvSpPr>
        <p:spPr>
          <a:xfrm>
            <a:off x="0" y="2526031"/>
            <a:ext cx="9144000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12048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8DC9A8D8-5C85-6B3D-AAC9-906C35C3E83D}"/>
              </a:ext>
            </a:extLst>
          </p:cNvPr>
          <p:cNvSpPr/>
          <p:nvPr userDrawn="1"/>
        </p:nvSpPr>
        <p:spPr>
          <a:xfrm>
            <a:off x="640080" y="14173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0000"/>
              </a:lnSpc>
              <a:buNone/>
            </a:pP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108CC-3C44-EFCF-7E80-CB42A2BAE9B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6200" y="409575"/>
            <a:ext cx="8934450" cy="628650"/>
          </a:xfrm>
          <a:prstGeom prst="rect">
            <a:avLst/>
          </a:prstGeom>
        </p:spPr>
        <p:txBody>
          <a:bodyPr/>
          <a:lstStyle>
            <a:lvl1pPr algn="r" rtl="1"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035EFDDA-2119-8FF7-CCD5-929F39498DE7}"/>
              </a:ext>
            </a:extLst>
          </p:cNvPr>
          <p:cNvSpPr/>
          <p:nvPr userDrawn="1"/>
        </p:nvSpPr>
        <p:spPr>
          <a:xfrm>
            <a:off x="411480" y="1143000"/>
            <a:ext cx="2514600" cy="163569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r" rtl="1"/>
            <a:endParaRPr lang="LID409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D2645527-6851-C1FA-859E-9B777E4AC9D0}"/>
              </a:ext>
            </a:extLst>
          </p:cNvPr>
          <p:cNvSpPr/>
          <p:nvPr userDrawn="1"/>
        </p:nvSpPr>
        <p:spPr>
          <a:xfrm>
            <a:off x="2862072" y="1143000"/>
            <a:ext cx="64008" cy="16356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>
            <a:pPr algn="r" rtl="1"/>
            <a:endParaRPr lang="LID409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6C0DA06-FAD2-0B48-57D4-613217DB89AB}"/>
              </a:ext>
            </a:extLst>
          </p:cNvPr>
          <p:cNvSpPr/>
          <p:nvPr userDrawn="1"/>
        </p:nvSpPr>
        <p:spPr>
          <a:xfrm>
            <a:off x="2194560" y="12527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600" b="1" dirty="0">
                <a:solidFill>
                  <a:srgbClr val="009688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3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2E0B0874-AE3E-D299-74C1-84E96F158DA8}"/>
              </a:ext>
            </a:extLst>
          </p:cNvPr>
          <p:cNvSpPr/>
          <p:nvPr userDrawn="1"/>
        </p:nvSpPr>
        <p:spPr>
          <a:xfrm>
            <a:off x="594360" y="1645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GitHub Copilot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93F42EB6-F1D5-C790-34C3-8B64DCF74B6F}"/>
              </a:ext>
            </a:extLst>
          </p:cNvPr>
          <p:cNvSpPr/>
          <p:nvPr userDrawn="1"/>
        </p:nvSpPr>
        <p:spPr>
          <a:xfrm>
            <a:off x="594360" y="2011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6666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Auto-complete, Modes, Prompt בקוד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BC47DBF2-B075-E001-B21D-4A3E330BC78B}"/>
              </a:ext>
            </a:extLst>
          </p:cNvPr>
          <p:cNvSpPr/>
          <p:nvPr userDrawn="1"/>
        </p:nvSpPr>
        <p:spPr>
          <a:xfrm>
            <a:off x="411480" y="2988514"/>
            <a:ext cx="2514600" cy="163569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r" rtl="1"/>
            <a:endParaRPr lang="LID409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E5640B79-DBB4-EF82-3E6A-57FB611DFED3}"/>
              </a:ext>
            </a:extLst>
          </p:cNvPr>
          <p:cNvSpPr/>
          <p:nvPr userDrawn="1"/>
        </p:nvSpPr>
        <p:spPr>
          <a:xfrm>
            <a:off x="2862072" y="2988514"/>
            <a:ext cx="64008" cy="16356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>
            <a:pPr algn="r" rtl="1"/>
            <a:endParaRPr lang="LID409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90C1DA31-98F8-5517-7708-F14080319276}"/>
              </a:ext>
            </a:extLst>
          </p:cNvPr>
          <p:cNvSpPr/>
          <p:nvPr userDrawn="1"/>
        </p:nvSpPr>
        <p:spPr>
          <a:xfrm>
            <a:off x="2194560" y="309824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600" b="1" dirty="0">
                <a:solidFill>
                  <a:srgbClr val="009688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6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D9ED7ED7-B6AA-910C-72A9-32BC95C21797}"/>
              </a:ext>
            </a:extLst>
          </p:cNvPr>
          <p:cNvSpPr/>
          <p:nvPr userDrawn="1"/>
        </p:nvSpPr>
        <p:spPr>
          <a:xfrm>
            <a:off x="594360" y="349143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A1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LangGraph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6390573C-BC28-AACA-BD75-907837AB5778}"/>
              </a:ext>
            </a:extLst>
          </p:cNvPr>
          <p:cNvSpPr/>
          <p:nvPr userDrawn="1"/>
        </p:nvSpPr>
        <p:spPr>
          <a:xfrm>
            <a:off x="594360" y="385719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6666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State, Nodes, Edges, גרפים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8F575A25-2D77-412B-CE19-19F758E70BE8}"/>
              </a:ext>
            </a:extLst>
          </p:cNvPr>
          <p:cNvSpPr/>
          <p:nvPr userDrawn="1"/>
        </p:nvSpPr>
        <p:spPr>
          <a:xfrm>
            <a:off x="3474228" y="1143000"/>
            <a:ext cx="2514600" cy="163569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r" rtl="1"/>
            <a:endParaRPr lang="LID409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B8BD5F00-A231-83C8-DB58-B004627D5CA3}"/>
              </a:ext>
            </a:extLst>
          </p:cNvPr>
          <p:cNvSpPr/>
          <p:nvPr userDrawn="1"/>
        </p:nvSpPr>
        <p:spPr>
          <a:xfrm>
            <a:off x="5924820" y="1143000"/>
            <a:ext cx="64008" cy="16356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>
            <a:pPr algn="r" rtl="1"/>
            <a:endParaRPr lang="LID409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AB8FBECC-9514-E9B5-F271-353BC78E9B02}"/>
              </a:ext>
            </a:extLst>
          </p:cNvPr>
          <p:cNvSpPr/>
          <p:nvPr userDrawn="1"/>
        </p:nvSpPr>
        <p:spPr>
          <a:xfrm>
            <a:off x="5257308" y="12527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600" b="1" dirty="0">
                <a:solidFill>
                  <a:srgbClr val="009688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2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2C371F60-15BC-A017-64BA-FA7136ADF30D}"/>
              </a:ext>
            </a:extLst>
          </p:cNvPr>
          <p:cNvSpPr/>
          <p:nvPr userDrawn="1"/>
        </p:nvSpPr>
        <p:spPr>
          <a:xfrm>
            <a:off x="3657108" y="1645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A1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GitHub Copilot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F8DA19B9-241B-6994-3785-3DD9CE559873}"/>
              </a:ext>
            </a:extLst>
          </p:cNvPr>
          <p:cNvSpPr/>
          <p:nvPr userDrawn="1"/>
        </p:nvSpPr>
        <p:spPr>
          <a:xfrm>
            <a:off x="3657108" y="2011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6666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Auto-complete, Modes, Prompt בקוד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27">
            <a:extLst>
              <a:ext uri="{FF2B5EF4-FFF2-40B4-BE49-F238E27FC236}">
                <a16:creationId xmlns:a16="http://schemas.microsoft.com/office/drawing/2014/main" id="{DB478E65-F6E0-D83B-D93E-2ABA8CE13E62}"/>
              </a:ext>
            </a:extLst>
          </p:cNvPr>
          <p:cNvSpPr/>
          <p:nvPr userDrawn="1"/>
        </p:nvSpPr>
        <p:spPr>
          <a:xfrm>
            <a:off x="3474228" y="2988514"/>
            <a:ext cx="2514600" cy="163569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r" rtl="1"/>
            <a:endParaRPr lang="LID409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28">
            <a:extLst>
              <a:ext uri="{FF2B5EF4-FFF2-40B4-BE49-F238E27FC236}">
                <a16:creationId xmlns:a16="http://schemas.microsoft.com/office/drawing/2014/main" id="{42CD3846-397B-0323-CBC5-FD096002FA4E}"/>
              </a:ext>
            </a:extLst>
          </p:cNvPr>
          <p:cNvSpPr/>
          <p:nvPr userDrawn="1"/>
        </p:nvSpPr>
        <p:spPr>
          <a:xfrm>
            <a:off x="5924820" y="2988514"/>
            <a:ext cx="64008" cy="16356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>
            <a:pPr algn="r" rtl="1"/>
            <a:endParaRPr lang="LID409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29">
            <a:extLst>
              <a:ext uri="{FF2B5EF4-FFF2-40B4-BE49-F238E27FC236}">
                <a16:creationId xmlns:a16="http://schemas.microsoft.com/office/drawing/2014/main" id="{94895CBF-DF89-449F-5FC9-FD1473FF1DA7}"/>
              </a:ext>
            </a:extLst>
          </p:cNvPr>
          <p:cNvSpPr/>
          <p:nvPr userDrawn="1"/>
        </p:nvSpPr>
        <p:spPr>
          <a:xfrm>
            <a:off x="5257308" y="309824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600" b="1" dirty="0">
                <a:solidFill>
                  <a:srgbClr val="009688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5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A3AC7AD1-5B09-6300-C0EE-588E60E4715C}"/>
              </a:ext>
            </a:extLst>
          </p:cNvPr>
          <p:cNvSpPr/>
          <p:nvPr userDrawn="1"/>
        </p:nvSpPr>
        <p:spPr>
          <a:xfrm>
            <a:off x="3657108" y="349143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A1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LangGraph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FA64E608-FBD9-745C-BDBB-EAC725AF5DA1}"/>
              </a:ext>
            </a:extLst>
          </p:cNvPr>
          <p:cNvSpPr/>
          <p:nvPr userDrawn="1"/>
        </p:nvSpPr>
        <p:spPr>
          <a:xfrm>
            <a:off x="3657108" y="385719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6666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State, Nodes, Edges, גרפים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12">
            <a:extLst>
              <a:ext uri="{FF2B5EF4-FFF2-40B4-BE49-F238E27FC236}">
                <a16:creationId xmlns:a16="http://schemas.microsoft.com/office/drawing/2014/main" id="{B030D9FD-3D7D-8301-655A-194B16C27EC5}"/>
              </a:ext>
            </a:extLst>
          </p:cNvPr>
          <p:cNvSpPr/>
          <p:nvPr userDrawn="1"/>
        </p:nvSpPr>
        <p:spPr>
          <a:xfrm>
            <a:off x="6364913" y="1143000"/>
            <a:ext cx="2514600" cy="163569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r" rtl="1"/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Shape 13">
            <a:extLst>
              <a:ext uri="{FF2B5EF4-FFF2-40B4-BE49-F238E27FC236}">
                <a16:creationId xmlns:a16="http://schemas.microsoft.com/office/drawing/2014/main" id="{23A1E838-BFBD-AF5E-690F-AA069494D090}"/>
              </a:ext>
            </a:extLst>
          </p:cNvPr>
          <p:cNvSpPr/>
          <p:nvPr userDrawn="1"/>
        </p:nvSpPr>
        <p:spPr>
          <a:xfrm>
            <a:off x="8815505" y="1143000"/>
            <a:ext cx="64008" cy="16356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>
            <a:pPr algn="r" rtl="1"/>
            <a:endParaRPr lang="LID409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E2D02EAA-F2AA-92FC-6FB3-A1175295A928}"/>
              </a:ext>
            </a:extLst>
          </p:cNvPr>
          <p:cNvSpPr/>
          <p:nvPr userDrawn="1"/>
        </p:nvSpPr>
        <p:spPr>
          <a:xfrm>
            <a:off x="8147993" y="12527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600" b="1" dirty="0">
                <a:solidFill>
                  <a:srgbClr val="009688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1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639BEFB0-ABAE-6B71-2806-357B6C360D5F}"/>
              </a:ext>
            </a:extLst>
          </p:cNvPr>
          <p:cNvSpPr/>
          <p:nvPr userDrawn="1"/>
        </p:nvSpPr>
        <p:spPr>
          <a:xfrm>
            <a:off x="6547793" y="1645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1A1A1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GitHub Copilot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 16">
            <a:extLst>
              <a:ext uri="{FF2B5EF4-FFF2-40B4-BE49-F238E27FC236}">
                <a16:creationId xmlns:a16="http://schemas.microsoft.com/office/drawing/2014/main" id="{82CE7084-2963-0595-8DCE-9010F2CB587B}"/>
              </a:ext>
            </a:extLst>
          </p:cNvPr>
          <p:cNvSpPr/>
          <p:nvPr userDrawn="1"/>
        </p:nvSpPr>
        <p:spPr>
          <a:xfrm>
            <a:off x="6547793" y="21198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66666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Auto-complete, Modes, Prompt בקוד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Shape 27">
            <a:extLst>
              <a:ext uri="{FF2B5EF4-FFF2-40B4-BE49-F238E27FC236}">
                <a16:creationId xmlns:a16="http://schemas.microsoft.com/office/drawing/2014/main" id="{57D5D0B4-347D-4174-4787-1F0122DDA7C2}"/>
              </a:ext>
            </a:extLst>
          </p:cNvPr>
          <p:cNvSpPr/>
          <p:nvPr userDrawn="1"/>
        </p:nvSpPr>
        <p:spPr>
          <a:xfrm>
            <a:off x="6364913" y="2988514"/>
            <a:ext cx="2514600" cy="163569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r" rtl="1"/>
            <a:endParaRPr lang="LID409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 28">
            <a:extLst>
              <a:ext uri="{FF2B5EF4-FFF2-40B4-BE49-F238E27FC236}">
                <a16:creationId xmlns:a16="http://schemas.microsoft.com/office/drawing/2014/main" id="{38ACF248-A268-0762-44EA-DAEEFE0A78E3}"/>
              </a:ext>
            </a:extLst>
          </p:cNvPr>
          <p:cNvSpPr/>
          <p:nvPr userDrawn="1"/>
        </p:nvSpPr>
        <p:spPr>
          <a:xfrm>
            <a:off x="8815505" y="2988514"/>
            <a:ext cx="64008" cy="16356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>
            <a:pPr algn="r" rtl="1"/>
            <a:endParaRPr lang="LID409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29">
            <a:extLst>
              <a:ext uri="{FF2B5EF4-FFF2-40B4-BE49-F238E27FC236}">
                <a16:creationId xmlns:a16="http://schemas.microsoft.com/office/drawing/2014/main" id="{2AED7CCD-EDC3-6858-20AB-71E9FF5378E4}"/>
              </a:ext>
            </a:extLst>
          </p:cNvPr>
          <p:cNvSpPr/>
          <p:nvPr userDrawn="1"/>
        </p:nvSpPr>
        <p:spPr>
          <a:xfrm>
            <a:off x="8147993" y="309824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2600" b="1" dirty="0">
                <a:solidFill>
                  <a:srgbClr val="009688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4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30">
            <a:extLst>
              <a:ext uri="{FF2B5EF4-FFF2-40B4-BE49-F238E27FC236}">
                <a16:creationId xmlns:a16="http://schemas.microsoft.com/office/drawing/2014/main" id="{7DA8D807-F839-577F-3D30-4A68391918FB}"/>
              </a:ext>
            </a:extLst>
          </p:cNvPr>
          <p:cNvSpPr/>
          <p:nvPr userDrawn="1"/>
        </p:nvSpPr>
        <p:spPr>
          <a:xfrm>
            <a:off x="6547793" y="349143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A1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LangGraph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 31">
            <a:extLst>
              <a:ext uri="{FF2B5EF4-FFF2-40B4-BE49-F238E27FC236}">
                <a16:creationId xmlns:a16="http://schemas.microsoft.com/office/drawing/2014/main" id="{29F1C20A-DF1B-3515-EF6A-14D729318141}"/>
              </a:ext>
            </a:extLst>
          </p:cNvPr>
          <p:cNvSpPr/>
          <p:nvPr userDrawn="1"/>
        </p:nvSpPr>
        <p:spPr>
          <a:xfrm>
            <a:off x="6547793" y="385719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66666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State, Nodes, Edges, גרפים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457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4A8C909-5DFD-C97B-BF83-87FF7476C6FE}"/>
              </a:ext>
            </a:extLst>
          </p:cNvPr>
          <p:cNvSpPr/>
          <p:nvPr userDrawn="1"/>
        </p:nvSpPr>
        <p:spPr>
          <a:xfrm>
            <a:off x="0" y="-1"/>
            <a:ext cx="9144000" cy="242172"/>
          </a:xfrm>
          <a:prstGeom prst="rect">
            <a:avLst/>
          </a:prstGeom>
          <a:solidFill>
            <a:srgbClr val="009688"/>
          </a:solidFill>
          <a:ln/>
        </p:spPr>
        <p:txBody>
          <a:bodyPr/>
          <a:lstStyle/>
          <a:p>
            <a:endParaRPr lang="LID4096" dirty="0">
              <a:latin typeface="Arial" panose="020B0604020202020204" pitchFamily="34" charset="0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DC849D11-5D92-C40B-3A81-A0955AC89ECD}"/>
              </a:ext>
            </a:extLst>
          </p:cNvPr>
          <p:cNvSpPr/>
          <p:nvPr userDrawn="1"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9688"/>
          </a:solidFill>
          <a:ln/>
        </p:spPr>
        <p:txBody>
          <a:bodyPr/>
          <a:lstStyle/>
          <a:p>
            <a:endParaRPr lang="LID4096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35FC6-05F9-8070-80EE-DDADE6168722}"/>
              </a:ext>
            </a:extLst>
          </p:cNvPr>
          <p:cNvSpPr txBox="1"/>
          <p:nvPr userDrawn="1"/>
        </p:nvSpPr>
        <p:spPr>
          <a:xfrm>
            <a:off x="-38100" y="-19439"/>
            <a:ext cx="20288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</a:rPr>
              <a:t>© Keren Kalif</a:t>
            </a:r>
            <a:endParaRPr lang="LID4096" sz="105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E3F9C41E-3980-2D1E-DC89-69BC7BCBBE9F}"/>
              </a:ext>
            </a:extLst>
          </p:cNvPr>
          <p:cNvSpPr/>
          <p:nvPr userDrawn="1"/>
        </p:nvSpPr>
        <p:spPr>
          <a:xfrm>
            <a:off x="0" y="198627"/>
            <a:ext cx="9144000" cy="45719"/>
          </a:xfrm>
          <a:prstGeom prst="rect">
            <a:avLst/>
          </a:prstGeom>
          <a:solidFill>
            <a:srgbClr val="B2DFDB"/>
          </a:solidFill>
          <a:ln/>
        </p:spPr>
        <p:txBody>
          <a:bodyPr/>
          <a:lstStyle/>
          <a:p>
            <a:endParaRPr lang="LID4096" dirty="0">
              <a:latin typeface="Arial" panose="020B0604020202020204" pitchFamily="34" charset="0"/>
            </a:endParaRPr>
          </a:p>
        </p:txBody>
      </p:sp>
      <p:sp>
        <p:nvSpPr>
          <p:cNvPr id="6" name="Shape 0">
            <a:extLst>
              <a:ext uri="{FF2B5EF4-FFF2-40B4-BE49-F238E27FC236}">
                <a16:creationId xmlns:a16="http://schemas.microsoft.com/office/drawing/2014/main" id="{A1CB2FBF-A772-F6B9-B95F-CADAC112373C}"/>
              </a:ext>
            </a:extLst>
          </p:cNvPr>
          <p:cNvSpPr/>
          <p:nvPr userDrawn="1"/>
        </p:nvSpPr>
        <p:spPr>
          <a:xfrm>
            <a:off x="0" y="5097197"/>
            <a:ext cx="9144000" cy="45719"/>
          </a:xfrm>
          <a:prstGeom prst="rect">
            <a:avLst/>
          </a:prstGeom>
          <a:solidFill>
            <a:srgbClr val="B2DFDB"/>
          </a:solidFill>
          <a:ln/>
        </p:spPr>
        <p:txBody>
          <a:bodyPr/>
          <a:lstStyle/>
          <a:p>
            <a:endParaRPr lang="LID4096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2" r:id="rId4"/>
    <p:sldLayoutId id="2147483651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 sz="2800"/>
              <a:t>Agno | Reasoning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800600" y="777240"/>
            <a:ext cx="4069080" cy="1325880"/>
            <a:chOff x="4800600" y="777240"/>
            <a:chExt cx="4069080" cy="1325880"/>
          </a:xfrm>
        </p:grpSpPr>
        <p:sp>
          <p:nvSpPr>
            <p:cNvPr id="4" name="Rectangle 3"/>
            <p:cNvSpPr/>
            <p:nvPr/>
          </p:nvSpPr>
          <p:spPr>
            <a:xfrm>
              <a:off x="4800600" y="777240"/>
              <a:ext cx="4069080" cy="13258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91440" rIns="109728" bIns="91440" rtlCol="1" anchor="ctr"/>
            <a:lstStyle/>
            <a:p>
              <a:pPr algn="r" rtl="1"/>
              <a:r>
                <a:rPr lang="he-IL" sz="2000" b="1" dirty="0">
                  <a:solidFill>
                    <a:srgbClr val="009999"/>
                  </a:solidFill>
                </a:rPr>
                <a:t>מה זה </a:t>
              </a:r>
              <a:r>
                <a:rPr lang="he-IL" sz="2000" b="1" dirty="0" err="1">
                  <a:solidFill>
                    <a:srgbClr val="009999"/>
                  </a:solidFill>
                </a:rPr>
                <a:t>Reasoning</a:t>
              </a:r>
              <a:r>
                <a:rPr lang="he-IL" sz="2000" b="1" dirty="0">
                  <a:solidFill>
                    <a:srgbClr val="009999"/>
                  </a:solidFill>
                </a:rPr>
                <a:t>‏?</a:t>
              </a:r>
            </a:p>
            <a:p>
              <a:pPr algn="r" rtl="1"/>
              <a:r>
                <a:rPr lang="he-IL" sz="1800" dirty="0">
                  <a:solidFill>
                    <a:srgbClr val="1C1C1C"/>
                  </a:solidFill>
                </a:rPr>
                <a:t>ה‏-</a:t>
              </a:r>
              <a:r>
                <a:rPr lang="he-IL" sz="1800" dirty="0" err="1">
                  <a:solidFill>
                    <a:srgbClr val="1C1C1C"/>
                  </a:solidFill>
                </a:rPr>
                <a:t>agent</a:t>
              </a:r>
              <a:r>
                <a:rPr lang="he-IL" sz="1800" dirty="0">
                  <a:solidFill>
                    <a:srgbClr val="1C1C1C"/>
                  </a:solidFill>
                </a:rPr>
                <a:t> חושב לפני שהוא פועל</a:t>
              </a:r>
            </a:p>
            <a:p>
              <a:pPr algn="r" rtl="1"/>
              <a:r>
                <a:rPr lang="he-IL" sz="1800" dirty="0">
                  <a:solidFill>
                    <a:srgbClr val="1C1C1C"/>
                  </a:solidFill>
                </a:rPr>
                <a:t>מנתח מידע‏, מחבר בין פיסות‏, מגיע למסקנה</a:t>
              </a:r>
            </a:p>
            <a:p>
              <a:pPr algn="r" rtl="1"/>
              <a:r>
                <a:rPr lang="he-IL" sz="1800" dirty="0">
                  <a:solidFill>
                    <a:srgbClr val="1C1C1C"/>
                  </a:solidFill>
                </a:rPr>
                <a:t>לא רק מפעיל </a:t>
              </a:r>
              <a:r>
                <a:rPr lang="he-IL" sz="1800" dirty="0" err="1">
                  <a:solidFill>
                    <a:srgbClr val="1C1C1C"/>
                  </a:solidFill>
                </a:rPr>
                <a:t>tool</a:t>
              </a:r>
              <a:r>
                <a:rPr lang="he-IL" sz="1800" dirty="0">
                  <a:solidFill>
                    <a:srgbClr val="1C1C1C"/>
                  </a:solidFill>
                </a:rPr>
                <a:t> </a:t>
              </a:r>
              <a:r>
                <a:rPr lang="en-US" sz="1800" dirty="0">
                  <a:solidFill>
                    <a:srgbClr val="1C1C1C"/>
                  </a:solidFill>
                </a:rPr>
                <a:t>-</a:t>
              </a:r>
              <a:r>
                <a:rPr lang="he-IL" sz="1800" dirty="0">
                  <a:solidFill>
                    <a:srgbClr val="1C1C1C"/>
                  </a:solidFill>
                </a:rPr>
                <a:t> מבין הקשר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8805672" y="777240"/>
              <a:ext cx="64008" cy="1325880"/>
            </a:xfrm>
            <a:prstGeom prst="rect">
              <a:avLst/>
            </a:prstGeom>
            <a:solidFill>
              <a:srgbClr val="FFD54F"/>
            </a:solidFill>
            <a:ln>
              <a:solidFill>
                <a:srgbClr val="FFD54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800600" y="2240280"/>
            <a:ext cx="4069080" cy="1188720"/>
            <a:chOff x="4800600" y="2240280"/>
            <a:chExt cx="4069080" cy="1188720"/>
          </a:xfrm>
        </p:grpSpPr>
        <p:sp>
          <p:nvSpPr>
            <p:cNvPr id="7" name="Rectangle 6"/>
            <p:cNvSpPr/>
            <p:nvPr/>
          </p:nvSpPr>
          <p:spPr>
            <a:xfrm>
              <a:off x="4800600" y="2240280"/>
              <a:ext cx="4069080" cy="118872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91440" rIns="109728" bIns="91440" rtlCol="1" anchor="ctr"/>
            <a:lstStyle/>
            <a:p>
              <a:pPr algn="r" rtl="1"/>
              <a:r>
                <a:rPr lang="he-IL" sz="2000" b="1" dirty="0">
                  <a:solidFill>
                    <a:srgbClr val="009999"/>
                  </a:solidFill>
                </a:rPr>
                <a:t>בלי </a:t>
              </a:r>
              <a:r>
                <a:rPr lang="he-IL" sz="2000" b="1" dirty="0" err="1">
                  <a:solidFill>
                    <a:srgbClr val="009999"/>
                  </a:solidFill>
                </a:rPr>
                <a:t>Reasoning</a:t>
              </a:r>
              <a:endParaRPr lang="he-IL" sz="2000" b="1" dirty="0">
                <a:solidFill>
                  <a:srgbClr val="009999"/>
                </a:solidFill>
              </a:endParaRPr>
            </a:p>
            <a:p>
              <a:pPr algn="r" rtl="1"/>
              <a:r>
                <a:rPr lang="he-IL" sz="1800" dirty="0">
                  <a:solidFill>
                    <a:srgbClr val="1C1C1C"/>
                  </a:solidFill>
                </a:rPr>
                <a:t>NVIDIA ירדה 1.5%</a:t>
              </a:r>
            </a:p>
            <a:p>
              <a:pPr algn="r" rtl="1"/>
              <a:r>
                <a:rPr lang="en-US" sz="1800" dirty="0">
                  <a:solidFill>
                    <a:srgbClr val="1C1C1C"/>
                  </a:solidFill>
                  <a:sym typeface="Wingdings" panose="05000000000000000000" pitchFamily="2" charset="2"/>
                </a:rPr>
                <a:t></a:t>
              </a:r>
              <a:r>
                <a:rPr lang="he-IL" sz="1800" dirty="0">
                  <a:solidFill>
                    <a:srgbClr val="1C1C1C"/>
                  </a:solidFill>
                </a:rPr>
                <a:t> כותב לוג ושולח התראה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8805672" y="2240280"/>
              <a:ext cx="64008" cy="1188720"/>
            </a:xfrm>
            <a:prstGeom prst="rect">
              <a:avLst/>
            </a:prstGeom>
            <a:solidFill>
              <a:srgbClr val="FFD54F"/>
            </a:solidFill>
            <a:ln>
              <a:solidFill>
                <a:srgbClr val="FFD54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800600" y="3547872"/>
            <a:ext cx="4069080" cy="1371600"/>
            <a:chOff x="4800600" y="3547872"/>
            <a:chExt cx="4069080" cy="1371600"/>
          </a:xfrm>
        </p:grpSpPr>
        <p:sp>
          <p:nvSpPr>
            <p:cNvPr id="10" name="Rectangle 9"/>
            <p:cNvSpPr/>
            <p:nvPr/>
          </p:nvSpPr>
          <p:spPr>
            <a:xfrm>
              <a:off x="4800600" y="3547872"/>
              <a:ext cx="4069080" cy="13716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91440" rIns="109728" bIns="91440" rtlCol="1" anchor="ctr"/>
            <a:lstStyle/>
            <a:p>
              <a:pPr algn="r" rtl="1"/>
              <a:r>
                <a:rPr lang="he-IL" sz="2000" b="1" dirty="0">
                  <a:solidFill>
                    <a:srgbClr val="009999"/>
                  </a:solidFill>
                </a:rPr>
                <a:t>עם </a:t>
              </a:r>
              <a:r>
                <a:rPr lang="he-IL" sz="2000" b="1" dirty="0" err="1">
                  <a:solidFill>
                    <a:srgbClr val="009999"/>
                  </a:solidFill>
                </a:rPr>
                <a:t>Reasoning</a:t>
              </a:r>
              <a:endParaRPr lang="he-IL" sz="2000" b="1" dirty="0">
                <a:solidFill>
                  <a:srgbClr val="009999"/>
                </a:solidFill>
              </a:endParaRPr>
            </a:p>
            <a:p>
              <a:pPr algn="r" rtl="1"/>
              <a:r>
                <a:rPr lang="he-IL" sz="1800" dirty="0">
                  <a:solidFill>
                    <a:srgbClr val="1C1C1C"/>
                  </a:solidFill>
                </a:rPr>
                <a:t>NVIDIA‏, </a:t>
              </a:r>
              <a:r>
                <a:rPr lang="he-IL" sz="1800" dirty="0" err="1">
                  <a:solidFill>
                    <a:srgbClr val="1C1C1C"/>
                  </a:solidFill>
                </a:rPr>
                <a:t>Apple</a:t>
              </a:r>
              <a:r>
                <a:rPr lang="he-IL" sz="1800" dirty="0">
                  <a:solidFill>
                    <a:srgbClr val="1C1C1C"/>
                  </a:solidFill>
                </a:rPr>
                <a:t>‏, </a:t>
              </a:r>
              <a:r>
                <a:rPr lang="he-IL" sz="1800" dirty="0" err="1">
                  <a:solidFill>
                    <a:srgbClr val="1C1C1C"/>
                  </a:solidFill>
                </a:rPr>
                <a:t>Google</a:t>
              </a:r>
              <a:r>
                <a:rPr lang="he-IL" sz="1800" dirty="0">
                  <a:solidFill>
                    <a:srgbClr val="1C1C1C"/>
                  </a:solidFill>
                </a:rPr>
                <a:t> </a:t>
              </a:r>
              <a:r>
                <a:rPr lang="en-US" sz="1800" dirty="0">
                  <a:solidFill>
                    <a:srgbClr val="1C1C1C"/>
                  </a:solidFill>
                </a:rPr>
                <a:t>-</a:t>
              </a:r>
              <a:r>
                <a:rPr lang="he-IL" sz="1800" dirty="0">
                  <a:solidFill>
                    <a:srgbClr val="1C1C1C"/>
                  </a:solidFill>
                </a:rPr>
                <a:t> כולן ירדו</a:t>
              </a:r>
            </a:p>
            <a:p>
              <a:pPr algn="r" rtl="1"/>
              <a:r>
                <a:rPr lang="en-US" dirty="0">
                  <a:solidFill>
                    <a:srgbClr val="1C1C1C"/>
                  </a:solidFill>
                  <a:sym typeface="Wingdings" panose="05000000000000000000" pitchFamily="2" charset="2"/>
                </a:rPr>
                <a:t></a:t>
              </a:r>
              <a:r>
                <a:rPr lang="he-IL" sz="1800" dirty="0">
                  <a:solidFill>
                    <a:srgbClr val="1C1C1C"/>
                  </a:solidFill>
                </a:rPr>
                <a:t> מגמת שוק כוללת‏, לא חריג</a:t>
              </a:r>
            </a:p>
            <a:p>
              <a:pPr algn="r" rtl="1"/>
              <a:r>
                <a:rPr lang="en-US" dirty="0">
                  <a:solidFill>
                    <a:srgbClr val="1C1C1C"/>
                  </a:solidFill>
                  <a:sym typeface="Wingdings" panose="05000000000000000000" pitchFamily="2" charset="2"/>
                </a:rPr>
                <a:t></a:t>
              </a:r>
              <a:r>
                <a:rPr lang="he-IL" sz="1800" dirty="0">
                  <a:solidFill>
                    <a:srgbClr val="1C1C1C"/>
                  </a:solidFill>
                </a:rPr>
                <a:t> לא שולח התראה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805672" y="3547872"/>
              <a:ext cx="64008" cy="1371600"/>
            </a:xfrm>
            <a:prstGeom prst="rect">
              <a:avLst/>
            </a:prstGeom>
            <a:solidFill>
              <a:srgbClr val="FFD54F"/>
            </a:solidFill>
            <a:ln>
              <a:solidFill>
                <a:srgbClr val="FFD54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7160" y="777240"/>
            <a:ext cx="4315968" cy="475488"/>
            <a:chOff x="137160" y="777240"/>
            <a:chExt cx="4315968" cy="475488"/>
          </a:xfrm>
        </p:grpSpPr>
        <p:sp>
          <p:nvSpPr>
            <p:cNvPr id="13" name="Rectangle 12"/>
            <p:cNvSpPr/>
            <p:nvPr/>
          </p:nvSpPr>
          <p:spPr>
            <a:xfrm>
              <a:off x="137160" y="777240"/>
              <a:ext cx="4114800" cy="47548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36576" rIns="502920" bIns="36576" rtlCol="1" anchor="ctr"/>
            <a:lstStyle/>
            <a:p>
              <a:pPr algn="r" rtl="1"/>
              <a:r>
                <a:rPr lang="he-IL" sz="1800" b="1">
                  <a:solidFill>
                    <a:srgbClr val="009999"/>
                  </a:solidFill>
                </a:rPr>
                <a:t>קולט נתונים</a:t>
              </a:r>
            </a:p>
            <a:p>
              <a:pPr algn="r" rtl="1"/>
              <a:r>
                <a:rPr lang="he-IL" sz="1600">
                  <a:solidFill>
                    <a:srgbClr val="546E7A"/>
                  </a:solidFill>
                </a:rPr>
                <a:t>קורא לכלים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4050792" y="813816"/>
              <a:ext cx="402336" cy="40233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1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Rectangle 15"/>
          <p:cNvSpPr/>
          <p:nvPr/>
        </p:nvSpPr>
        <p:spPr>
          <a:xfrm>
            <a:off x="2167128" y="1252728"/>
            <a:ext cx="54864" cy="182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9" name="Group 19"/>
          <p:cNvGrpSpPr/>
          <p:nvPr/>
        </p:nvGrpSpPr>
        <p:grpSpPr>
          <a:xfrm>
            <a:off x="137160" y="1453895"/>
            <a:ext cx="4315968" cy="475488"/>
            <a:chOff x="137160" y="1453895"/>
            <a:chExt cx="4315968" cy="475488"/>
          </a:xfrm>
        </p:grpSpPr>
        <p:sp>
          <p:nvSpPr>
            <p:cNvPr id="17" name="Rectangle 16"/>
            <p:cNvSpPr/>
            <p:nvPr/>
          </p:nvSpPr>
          <p:spPr>
            <a:xfrm>
              <a:off x="137160" y="1453895"/>
              <a:ext cx="4114800" cy="47548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36576" rIns="502920" bIns="36576" rtlCol="1" anchor="ctr"/>
            <a:lstStyle/>
            <a:p>
              <a:pPr algn="r" rtl="1"/>
              <a:r>
                <a:rPr lang="he-IL" sz="1800" b="1">
                  <a:solidFill>
                    <a:srgbClr val="009999"/>
                  </a:solidFill>
                </a:rPr>
                <a:t>מנתח</a:t>
              </a:r>
            </a:p>
            <a:p>
              <a:pPr algn="r" rtl="1"/>
              <a:r>
                <a:rPr lang="he-IL" sz="1600">
                  <a:solidFill>
                    <a:srgbClr val="546E7A"/>
                  </a:solidFill>
                </a:rPr>
                <a:t>מחבר בין כל הנתונים יחד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4050792" y="1490472"/>
              <a:ext cx="402336" cy="40233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20" name="Rectangle 19"/>
          <p:cNvSpPr/>
          <p:nvPr/>
        </p:nvSpPr>
        <p:spPr>
          <a:xfrm>
            <a:off x="2167128" y="1929384"/>
            <a:ext cx="54864" cy="182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3" name="Group 23"/>
          <p:cNvGrpSpPr/>
          <p:nvPr/>
        </p:nvGrpSpPr>
        <p:grpSpPr>
          <a:xfrm>
            <a:off x="137160" y="2130552"/>
            <a:ext cx="4315968" cy="475488"/>
            <a:chOff x="137160" y="2130552"/>
            <a:chExt cx="4315968" cy="475488"/>
          </a:xfrm>
        </p:grpSpPr>
        <p:sp>
          <p:nvSpPr>
            <p:cNvPr id="21" name="Rectangle 20"/>
            <p:cNvSpPr/>
            <p:nvPr/>
          </p:nvSpPr>
          <p:spPr>
            <a:xfrm>
              <a:off x="137160" y="2130552"/>
              <a:ext cx="4114800" cy="47548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36576" rIns="502920" bIns="36576" rtlCol="1" anchor="ctr"/>
            <a:lstStyle/>
            <a:p>
              <a:pPr algn="r" rtl="1"/>
              <a:r>
                <a:rPr lang="he-IL" sz="1800" b="1">
                  <a:solidFill>
                    <a:srgbClr val="009999"/>
                  </a:solidFill>
                </a:rPr>
                <a:t>מחליט</a:t>
              </a:r>
            </a:p>
            <a:p>
              <a:pPr algn="r" rtl="1"/>
              <a:r>
                <a:rPr lang="he-IL" sz="1600">
                  <a:solidFill>
                    <a:srgbClr val="546E7A"/>
                  </a:solidFill>
                </a:rPr>
                <a:t>האם זה חריג‏? האם לפעול‏‏?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4050792" y="2167128"/>
              <a:ext cx="402336" cy="40233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24" name="Rectangle 23"/>
          <p:cNvSpPr/>
          <p:nvPr/>
        </p:nvSpPr>
        <p:spPr>
          <a:xfrm>
            <a:off x="2167128" y="2606040"/>
            <a:ext cx="54864" cy="182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7" name="Group 27"/>
          <p:cNvGrpSpPr/>
          <p:nvPr/>
        </p:nvGrpSpPr>
        <p:grpSpPr>
          <a:xfrm>
            <a:off x="137160" y="2807208"/>
            <a:ext cx="4315968" cy="475488"/>
            <a:chOff x="137160" y="2807208"/>
            <a:chExt cx="4315968" cy="475488"/>
          </a:xfrm>
        </p:grpSpPr>
        <p:sp>
          <p:nvSpPr>
            <p:cNvPr id="25" name="Rectangle 24"/>
            <p:cNvSpPr/>
            <p:nvPr/>
          </p:nvSpPr>
          <p:spPr>
            <a:xfrm>
              <a:off x="137160" y="2807208"/>
              <a:ext cx="4114800" cy="47548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0E0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36576" rIns="502920" bIns="36576" rtlCol="1" anchor="ctr"/>
            <a:lstStyle/>
            <a:p>
              <a:pPr algn="r" rtl="1"/>
              <a:r>
                <a:rPr lang="he-IL" sz="1800" b="1">
                  <a:solidFill>
                    <a:srgbClr val="009999"/>
                  </a:solidFill>
                </a:rPr>
                <a:t>פועל</a:t>
              </a:r>
            </a:p>
            <a:p>
              <a:pPr algn="r" rtl="1"/>
              <a:r>
                <a:rPr lang="he-IL" sz="1600">
                  <a:solidFill>
                    <a:srgbClr val="546E7A"/>
                  </a:solidFill>
                </a:rPr>
                <a:t>כותב לוג / שולח מייל / לא עושה כלום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4050792" y="2843784"/>
              <a:ext cx="402336" cy="40233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800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rtlCol="1"/>
          <a:lstStyle/>
          <a:p>
            <a:pPr algn="r" rtl="1"/>
            <a:r>
              <a:rPr lang="he-IL" sz="2800"/>
              <a:t>Agno | Reasoning — קוד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777240"/>
            <a:ext cx="4754880" cy="3749039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109728" rIns="137160" bIns="109728" rtlCol="0" anchor="ctr"/>
          <a:lstStyle/>
          <a:p>
            <a:pPr algn="l"/>
            <a:r>
              <a:rPr lang="en-US" sz="1500" dirty="0">
                <a:solidFill>
                  <a:srgbClr val="D4D4D4"/>
                </a:solidFill>
                <a:latin typeface="Consolas"/>
              </a:rPr>
              <a:t>from anthropic import Anthropic</a:t>
            </a:r>
          </a:p>
          <a:p>
            <a:pPr algn="l"/>
            <a:r>
              <a:rPr lang="en-US" sz="1500" dirty="0">
                <a:solidFill>
                  <a:srgbClr val="D4D4D4"/>
                </a:solidFill>
                <a:latin typeface="Consolas"/>
              </a:rPr>
              <a:t>from </a:t>
            </a:r>
            <a:r>
              <a:rPr lang="en-US" sz="1500" dirty="0" err="1">
                <a:solidFill>
                  <a:srgbClr val="D4D4D4"/>
                </a:solidFill>
                <a:latin typeface="Consolas"/>
              </a:rPr>
              <a:t>agno.agent</a:t>
            </a:r>
            <a:r>
              <a:rPr lang="en-US" sz="1500" dirty="0">
                <a:solidFill>
                  <a:srgbClr val="D4D4D4"/>
                </a:solidFill>
                <a:latin typeface="Consolas"/>
              </a:rPr>
              <a:t> import Agent</a:t>
            </a:r>
          </a:p>
          <a:p>
            <a:pPr algn="l"/>
            <a:r>
              <a:rPr lang="en-US" sz="1500" dirty="0">
                <a:solidFill>
                  <a:srgbClr val="D4D4D4"/>
                </a:solidFill>
                <a:latin typeface="Consolas"/>
              </a:rPr>
              <a:t>from </a:t>
            </a:r>
            <a:r>
              <a:rPr lang="en-US" sz="1500" dirty="0" err="1">
                <a:solidFill>
                  <a:srgbClr val="D4D4D4"/>
                </a:solidFill>
                <a:latin typeface="Consolas"/>
              </a:rPr>
              <a:t>agno.models.anthropic</a:t>
            </a:r>
            <a:r>
              <a:rPr lang="en-US" sz="1500" dirty="0">
                <a:solidFill>
                  <a:srgbClr val="D4D4D4"/>
                </a:solidFill>
                <a:latin typeface="Consolas"/>
              </a:rPr>
              <a:t> import Claude</a:t>
            </a:r>
          </a:p>
          <a:p>
            <a:pPr algn="l"/>
            <a:endParaRPr lang="en-US" sz="1500" dirty="0">
              <a:solidFill>
                <a:srgbClr val="D4D4D4"/>
              </a:solidFill>
              <a:latin typeface="Consolas"/>
            </a:endParaRPr>
          </a:p>
          <a:p>
            <a:pPr algn="l"/>
            <a:r>
              <a:rPr lang="en-US" sz="1500" dirty="0">
                <a:solidFill>
                  <a:srgbClr val="D4D4D4"/>
                </a:solidFill>
                <a:latin typeface="Consolas"/>
              </a:rPr>
              <a:t>agent = Agent(</a:t>
            </a:r>
          </a:p>
          <a:p>
            <a:pPr algn="l"/>
            <a:r>
              <a:rPr lang="en-US" sz="1500" dirty="0">
                <a:solidFill>
                  <a:srgbClr val="D4D4D4"/>
                </a:solidFill>
                <a:latin typeface="Consolas"/>
              </a:rPr>
              <a:t>    model=Claude(id="claude-sonnet-4-6"),</a:t>
            </a:r>
          </a:p>
          <a:p>
            <a:pPr algn="l"/>
            <a:r>
              <a:rPr lang="en-US" sz="1500" dirty="0">
                <a:solidFill>
                  <a:srgbClr val="D4D4D4"/>
                </a:solidFill>
                <a:latin typeface="Consolas"/>
              </a:rPr>
              <a:t>    reasoning=True,</a:t>
            </a:r>
          </a:p>
          <a:p>
            <a:pPr algn="l"/>
            <a:r>
              <a:rPr lang="en-US" sz="1500" dirty="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1500" dirty="0" err="1">
                <a:solidFill>
                  <a:srgbClr val="D4D4D4"/>
                </a:solidFill>
                <a:latin typeface="Consolas"/>
              </a:rPr>
              <a:t>show_full_reasoning</a:t>
            </a:r>
            <a:r>
              <a:rPr lang="en-US" sz="1500" dirty="0">
                <a:solidFill>
                  <a:srgbClr val="D4D4D4"/>
                </a:solidFill>
                <a:latin typeface="Consolas"/>
              </a:rPr>
              <a:t>=True,</a:t>
            </a:r>
          </a:p>
          <a:p>
            <a:pPr algn="l"/>
            <a:r>
              <a:rPr lang="en-US" sz="1500" dirty="0">
                <a:solidFill>
                  <a:srgbClr val="D4D4D4"/>
                </a:solidFill>
                <a:latin typeface="Consolas"/>
              </a:rPr>
              <a:t>    tools=[</a:t>
            </a:r>
          </a:p>
          <a:p>
            <a:pPr algn="l"/>
            <a:r>
              <a:rPr lang="en-US" sz="1500" dirty="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1500" dirty="0" err="1">
                <a:solidFill>
                  <a:srgbClr val="D4D4D4"/>
                </a:solidFill>
                <a:latin typeface="Consolas"/>
              </a:rPr>
              <a:t>collect_and_summarize_stocks</a:t>
            </a:r>
            <a:r>
              <a:rPr lang="en-US" sz="150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/>
            <a:r>
              <a:rPr lang="en-US" sz="1500" dirty="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1500" dirty="0" err="1">
                <a:solidFill>
                  <a:srgbClr val="D4D4D4"/>
                </a:solidFill>
                <a:latin typeface="Consolas"/>
              </a:rPr>
              <a:t>write_to_log</a:t>
            </a:r>
            <a:r>
              <a:rPr lang="en-US" sz="1500" dirty="0">
                <a:solidFill>
                  <a:srgbClr val="D4D4D4"/>
                </a:solidFill>
                <a:latin typeface="Consolas"/>
              </a:rPr>
              <a:t>,</a:t>
            </a:r>
          </a:p>
          <a:p>
            <a:pPr algn="l"/>
            <a:r>
              <a:rPr lang="en-US" sz="1500" dirty="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1500" dirty="0" err="1">
                <a:solidFill>
                  <a:srgbClr val="D4D4D4"/>
                </a:solidFill>
                <a:latin typeface="Consolas"/>
              </a:rPr>
              <a:t>EmailTools</a:t>
            </a:r>
            <a:r>
              <a:rPr lang="en-US" sz="1500" dirty="0">
                <a:solidFill>
                  <a:srgbClr val="D4D4D4"/>
                </a:solidFill>
                <a:latin typeface="Consolas"/>
              </a:rPr>
              <a:t>(...),</a:t>
            </a:r>
          </a:p>
          <a:p>
            <a:pPr algn="l"/>
            <a:r>
              <a:rPr lang="en-US" sz="1500" dirty="0">
                <a:solidFill>
                  <a:srgbClr val="D4D4D4"/>
                </a:solidFill>
                <a:latin typeface="Consolas"/>
              </a:rPr>
              <a:t>    ],</a:t>
            </a:r>
          </a:p>
          <a:p>
            <a:pPr algn="l"/>
            <a:r>
              <a:rPr lang="en-US" sz="1500" dirty="0">
                <a:solidFill>
                  <a:srgbClr val="D4D4D4"/>
                </a:solidFill>
                <a:latin typeface="Consolas"/>
              </a:rPr>
              <a:t>    instructions=[</a:t>
            </a:r>
          </a:p>
          <a:p>
            <a:pPr algn="l"/>
            <a:r>
              <a:rPr lang="en-US" sz="1500" dirty="0">
                <a:solidFill>
                  <a:srgbClr val="D4D4D4"/>
                </a:solidFill>
                <a:latin typeface="Consolas"/>
              </a:rPr>
              <a:t>        "Analyze stocks.",</a:t>
            </a:r>
          </a:p>
          <a:p>
            <a:pPr algn="l"/>
            <a:r>
              <a:rPr lang="en-US" sz="1500" dirty="0">
                <a:solidFill>
                  <a:srgbClr val="D4D4D4"/>
                </a:solidFill>
                <a:latin typeface="Consolas"/>
              </a:rPr>
              <a:t>        "Send email only for urgent signals.",</a:t>
            </a:r>
          </a:p>
          <a:p>
            <a:pPr algn="l"/>
            <a:r>
              <a:rPr lang="en-US" sz="1500" dirty="0">
                <a:solidFill>
                  <a:srgbClr val="D4D4D4"/>
                </a:solidFill>
                <a:latin typeface="Consolas"/>
              </a:rPr>
              <a:t>    ],</a:t>
            </a:r>
          </a:p>
          <a:p>
            <a:pPr algn="l"/>
            <a:r>
              <a:rPr lang="en-US" sz="1500" dirty="0">
                <a:solidFill>
                  <a:srgbClr val="D4D4D4"/>
                </a:solidFill>
                <a:latin typeface="Consolas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617720"/>
            <a:ext cx="4754880" cy="438912"/>
          </a:xfrm>
          <a:prstGeom prst="rect">
            <a:avLst/>
          </a:prstGeom>
          <a:solidFill>
            <a:srgbClr val="0D1B1E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l"/>
            <a:r>
              <a:rPr lang="en-US" sz="1300">
                <a:solidFill>
                  <a:srgbClr val="80FFC0"/>
                </a:solidFill>
                <a:latin typeface="Consolas"/>
              </a:rPr>
              <a:t>Thinking: All three declining — market-wide trend. No urgent signal.</a:t>
            </a:r>
          </a:p>
          <a:p>
            <a:pPr algn="l"/>
            <a:r>
              <a:rPr lang="en-US" sz="1300">
                <a:solidFill>
                  <a:srgbClr val="80FFC0"/>
                </a:solidFill>
                <a:latin typeface="Consolas"/>
              </a:rPr>
              <a:t>Action:   write_to_log() only.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074920" y="777240"/>
            <a:ext cx="3794760" cy="1005840"/>
            <a:chOff x="5074920" y="777240"/>
            <a:chExt cx="3794760" cy="1005840"/>
          </a:xfrm>
        </p:grpSpPr>
        <p:sp>
          <p:nvSpPr>
            <p:cNvPr id="6" name="Rectangle 5"/>
            <p:cNvSpPr/>
            <p:nvPr/>
          </p:nvSpPr>
          <p:spPr>
            <a:xfrm>
              <a:off x="5074920" y="777240"/>
              <a:ext cx="3794760" cy="100584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91440" rIns="109728" bIns="91440" rtlCol="1" anchor="ctr"/>
            <a:lstStyle/>
            <a:p>
              <a:pPr algn="r" rtl="1"/>
              <a:r>
                <a:rPr lang="en-US" sz="2000" b="1">
                  <a:solidFill>
                    <a:srgbClr val="009999"/>
                  </a:solidFill>
                </a:rPr>
                <a:t>reasoning=True</a:t>
              </a:r>
            </a:p>
            <a:p>
              <a:pPr algn="r" rtl="1"/>
              <a:r>
                <a:rPr lang="he-IL" sz="1800">
                  <a:solidFill>
                    <a:srgbClr val="1C1C1C"/>
                  </a:solidFill>
                </a:rPr>
                <a:t>מפעיל שלב חשיבה פנימי לפני כל פעולה</a:t>
              </a:r>
            </a:p>
            <a:p>
              <a:pPr algn="r" rtl="1"/>
              <a:r>
                <a:rPr lang="he-IL" sz="1800">
                  <a:solidFill>
                    <a:srgbClr val="1C1C1C"/>
                  </a:solidFill>
                </a:rPr>
                <a:t>ה‏-agent כותב לעצמו מחשבות לפני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8805672" y="777240"/>
              <a:ext cx="64008" cy="1005840"/>
            </a:xfrm>
            <a:prstGeom prst="rect">
              <a:avLst/>
            </a:prstGeom>
            <a:solidFill>
              <a:srgbClr val="FFD54F"/>
            </a:solidFill>
            <a:ln>
              <a:solidFill>
                <a:srgbClr val="FFD54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074920" y="1901952"/>
            <a:ext cx="3794760" cy="1005840"/>
            <a:chOff x="5074920" y="1901952"/>
            <a:chExt cx="3794760" cy="1005840"/>
          </a:xfrm>
        </p:grpSpPr>
        <p:sp>
          <p:nvSpPr>
            <p:cNvPr id="9" name="Rectangle 8"/>
            <p:cNvSpPr/>
            <p:nvPr/>
          </p:nvSpPr>
          <p:spPr>
            <a:xfrm>
              <a:off x="5074920" y="1901952"/>
              <a:ext cx="3794760" cy="100584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91440" rIns="109728" bIns="91440" rtlCol="1" anchor="ctr"/>
            <a:lstStyle/>
            <a:p>
              <a:pPr algn="r" rtl="1"/>
              <a:r>
                <a:rPr lang="en-US" sz="2000" b="1">
                  <a:solidFill>
                    <a:srgbClr val="009999"/>
                  </a:solidFill>
                </a:rPr>
                <a:t>show_full_reasoning=True</a:t>
              </a:r>
            </a:p>
            <a:p>
              <a:pPr algn="r" rtl="1"/>
              <a:r>
                <a:rPr lang="he-IL" sz="1800">
                  <a:solidFill>
                    <a:srgbClr val="1C1C1C"/>
                  </a:solidFill>
                </a:rPr>
                <a:t>מדפיס את מחשבות ה‏-agent ל‏-output</a:t>
              </a:r>
            </a:p>
            <a:p>
              <a:pPr algn="r" rtl="1"/>
              <a:r>
                <a:rPr lang="he-IL" sz="1800">
                  <a:solidFill>
                    <a:srgbClr val="1C1C1C"/>
                  </a:solidFill>
                </a:rPr>
                <a:t>שימושי ל‏-debug וללמידה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805672" y="1901952"/>
              <a:ext cx="64008" cy="1005840"/>
            </a:xfrm>
            <a:prstGeom prst="rect">
              <a:avLst/>
            </a:prstGeom>
            <a:solidFill>
              <a:srgbClr val="FFD54F"/>
            </a:solidFill>
            <a:ln>
              <a:solidFill>
                <a:srgbClr val="FFD54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074920" y="3026664"/>
            <a:ext cx="3794760" cy="1005840"/>
            <a:chOff x="5074920" y="3026664"/>
            <a:chExt cx="3794760" cy="1005840"/>
          </a:xfrm>
        </p:grpSpPr>
        <p:sp>
          <p:nvSpPr>
            <p:cNvPr id="12" name="Rectangle 11"/>
            <p:cNvSpPr/>
            <p:nvPr/>
          </p:nvSpPr>
          <p:spPr>
            <a:xfrm>
              <a:off x="5074920" y="3026664"/>
              <a:ext cx="3794760" cy="100584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91440" rIns="109728" bIns="91440" rtlCol="1" anchor="ctr"/>
            <a:lstStyle/>
            <a:p>
              <a:pPr algn="r" rtl="1"/>
              <a:r>
                <a:rPr lang="he-IL" sz="2000" b="1">
                  <a:solidFill>
                    <a:srgbClr val="009999"/>
                  </a:solidFill>
                </a:rPr>
                <a:t>מה רואים בפלט‏?</a:t>
              </a:r>
            </a:p>
            <a:p>
              <a:pPr algn="r" rtl="1"/>
              <a:r>
                <a:rPr lang="he-IL" sz="1800">
                  <a:solidFill>
                    <a:srgbClr val="1C1C1C"/>
                  </a:solidFill>
                </a:rPr>
                <a:t>שורות "Thinking:" — לפני הפעולה</a:t>
              </a:r>
            </a:p>
            <a:p>
              <a:pPr algn="r" rtl="1"/>
              <a:r>
                <a:rPr lang="he-IL" sz="1800">
                  <a:solidFill>
                    <a:srgbClr val="1C1C1C"/>
                  </a:solidFill>
                </a:rPr>
                <a:t>שורות "Action:" — מה הוחלט לבסוף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805672" y="3026664"/>
              <a:ext cx="64008" cy="1005840"/>
            </a:xfrm>
            <a:prstGeom prst="rect">
              <a:avLst/>
            </a:prstGeom>
            <a:solidFill>
              <a:srgbClr val="FFD54F"/>
            </a:solidFill>
            <a:ln>
              <a:solidFill>
                <a:srgbClr val="FFD54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074920" y="4151376"/>
            <a:ext cx="3794760" cy="914400"/>
            <a:chOff x="5074920" y="4151376"/>
            <a:chExt cx="3794760" cy="914400"/>
          </a:xfrm>
        </p:grpSpPr>
        <p:sp>
          <p:nvSpPr>
            <p:cNvPr id="15" name="Rectangle 14"/>
            <p:cNvSpPr/>
            <p:nvPr/>
          </p:nvSpPr>
          <p:spPr>
            <a:xfrm>
              <a:off x="5074920" y="4151376"/>
              <a:ext cx="3794760" cy="9144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91440" rIns="109728" bIns="91440" rtlCol="1" anchor="ctr"/>
            <a:lstStyle/>
            <a:p>
              <a:pPr algn="r" rtl="1"/>
              <a:r>
                <a:rPr lang="he-IL" sz="2000" b="1">
                  <a:solidFill>
                    <a:srgbClr val="009999"/>
                  </a:solidFill>
                </a:rPr>
                <a:t>מתי להשתמש‏?</a:t>
              </a:r>
            </a:p>
            <a:p>
              <a:pPr algn="r" rtl="1"/>
              <a:r>
                <a:rPr lang="he-IL" sz="1800">
                  <a:solidFill>
                    <a:srgbClr val="1C1C1C"/>
                  </a:solidFill>
                </a:rPr>
                <a:t>כשהחלטה תלויה בכמה פיסות מידע</a:t>
              </a:r>
            </a:p>
            <a:p>
              <a:pPr algn="r" rtl="1"/>
              <a:r>
                <a:rPr lang="he-IL" sz="1800">
                  <a:solidFill>
                    <a:srgbClr val="1C1C1C"/>
                  </a:solidFill>
                </a:rPr>
                <a:t>כשצריך שקיפות על הלוגיקה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805672" y="4151376"/>
              <a:ext cx="64008" cy="914400"/>
            </a:xfrm>
            <a:prstGeom prst="rect">
              <a:avLst/>
            </a:prstGeom>
            <a:solidFill>
              <a:srgbClr val="FFD54F"/>
            </a:solidFill>
            <a:ln>
              <a:solidFill>
                <a:srgbClr val="FFD54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COURSE_TITLE" val="02- building apps based on LLM"/>
  <p:tag name="ISPRING_PLAYERS_CUSTOMIZATION_2" val="UEsDBBQAAgAIAJRjE1OJc7bdOQMAAFkJAAAdAAAAdW5pdmVyc2FsLW5vLXZpZGVvL3BsYXllci54bWylVclu2zAQPbtfIfBu0o6bNjEkB2kAo4emCOCm7c2gpbHEWiJVkorifH25SLLlJW3QgwxrOO9xljej8Oa5yIMnkIoJHqExHqEAeCwSxtMIPX6bD6/QzSwsc7oFGSSgYslKbXwfqM4itGfAhggFLIlQxZklpPmQi+ETS0CgoJRMSKa3EZqMzBXdhZMxCgyQqwhlWpdTQuq6xkwZf54qkVeWWuFYFKSUoIBrkMRH0wCnpX47luhtCapl+AcC8xSC92HPivWA9QQLmZKL0WhMft5/WcQZFHTIuNKUx4Bm7waujisab+5FUuWgjGkQeuoFaG1vtaZBqKdsfMUDJeMI+fNlAUrRFBTOeYpI69YStnAPaa1LypMlp08spTaVpWq8XK86DpUJqeNKN+ANbFeCymTZ2XfuITmONlznVGWeTO1n4bg3rEnDeS3t+6kwXC7VKmcqMyf7iJ31ZPikd2VYuMI6GT62MpxbHhRI+F0xCYl7/d4pfmQUaKOa01gLub0zp0aMjQhwJxzshYOtK+4UjrtLFjsK5MPvnFzSWNUxalJdA9WVhKZKg9DNyFcqpevSTMsKQnJg9EjSg4bEp+s707UhzHSRX/61IdbroB+/1CvtcP7/343PhqYtBOMJPM+ZcdFQmAJrMJW3NqzLHNsLu3hUtSp2Q9Oz7DRv+mNSCDSVKZihTqimZGcnZ5AgqTIecSUPoHsH57AZS7PcPPokweHpOZaCys1Jgr2Dc9hcxJsTyM58DreSojbZqaoszZgf1+34vG0FOehFX4at+EJyvOzCuFJaFOzFaXp/Ceqpk6/5TsATg3rRG6BhY8WlWX3dHN+WrJvij6PX57s/j70o2ulco+PVa//19621PNid0G5La1iW3nKwVkFXpXdqp6wq+y4JrGmV67v9ePqb3CEP4j25xE9R/TCzJOoFe4EgAyvDCH24mqCgZon9eI8npmwdgRGM2WK9y53pzH1rwdsSYEzcm/91pWw+Fk1XnRrOtD5seusAflY/Gc2kUlQ8OWic67+nVrlZj7cSaJfZx/E1CnJYm7/jC6NlUUbo/UWX7PXldQN1IT34W30cb5BOE+1ONMRLvU0ibPbN7A9QSwMEFAACAAgAt2WXXAairqlyBgAAJhkAACYAAAB1bml2ZXJzYWwtbm8tdmlkZW8vY29tbW9uX21lc3NhZ2VzLmxuZ61Z/27bNhD+f0DfgTAQYAO6tB3QYhgSF7TM2EJkSZXouNkwCIxF20Qk0ZMoJ95fe5o92J5kR0p27P6AJCdAEkQy7rvj8bvvjvTFx8c0QRueF0Jml7135297iGdzGYtsedmb0quff+2hQrEsZonM+GUvkz30sf/qh4uEZcuSLTn8/+oHhC5SXhTwWPT109MzEvFlzx9E2LJIGNoDh0Q4sHHk4AFxogG2riPqRQMyst1efySRgp8VR3d8KbIMgkByYV4UiYj5xZsatZsTj1JvEvnYJU6vP5BKyRQNWH4amotv7BGmtudGgykAu2Gv77KNWDIFKUR3JcBnxWnYIaHUdkeAiOdzMBB3IhFqi0KuFOTiVFTHHpJePzw9g9Tzd+mjct01d9Oh7UHagqDKmoGEFZaxkChjeW4S1wHQd/AtCaLQIgCqoT0ahVPf9wJKhhChZotIy6TaEFGgTCpUlOu1zBWPkcgModhRhlPZKTfhte1G4N6sr35tOza9jSaezjXJ2F0CYcxzzjOUcxbz/Dk+XC+YYKcGH4rihdD9gITEpZBMf+xRr9f3c17wTAHceiWV7IKnSRa5kXcVWd7UpTXf0NmnKQnNvrvTyYAEZ7qgz6hHYTm7j8KzDo5uwM836HQDzk6j0wxDAiY4uK5yYgUEXgyjmU3Hvb4F2dWkeRBqhUS4zrUk8Q1LyopdtXI2udvpHPb9WjV2cQ/Y/L7J2vImUH23keONQCrtEYQl0zXLtsiRS/njLx8+PL57/+GnTjAh8Mk5BkIG6f3bFkAuDTynkoTIJZ9ht/XfbnbelDq2C3yu/+lmDdS9Ab7C30a7aRAAyWuG2qHRC50Lhxi9uJUlWrEN161nI/iDUQcoApHXXUd/MJfwIisbK2zoTTCQCOqKBralCQqFIPN8+7oSnVKtZA7uChRXVRwbn5pV+vN1VX8Vt6QWKpCvWKZMZOfNrmeu4+GhIdkE2I1HROv1blGAdARvKL3RZfMaXDxkiWQxWoCkIOGFiK3XiZjXElrz3k/YtjGKAM+ghQHZPScE+Rru3mhRjNEwZ3qxHVECHJIAAHJW8PwE28hw3ZgjnCTdEMb2aOzAL9UhjMVylcCv6hqHT4AJPm9UilqOcRjOvGCok6bVmKE1K4oHmcdHLD3czyZg27U8KASLHoDrVrkHBn4ImPzynM9VMxhEiQ2/67qCpQIBI2rEQJdUWhYKyiZdJ1xxE63QS2HzakziCwn1lXCYnAz3wbsptkaaO3jqWuNoQPcS6rAym69a2kFxfrM+DquhBJoccr4xphoNJs3PoC4ghl4XC+8aNPC6i8UtgRER/jTZHMyqoHs7UdqJ3pxpjUm29Sik2bQRsizgjU4JSJPZkeK8m5uQQF93qY2d72hrhbqbw5ZiA0MMEJDnjY5A7i0y1EX1aWr/Hl1h2zGd+kvqsa2Z+Vi8YdlcHybmTO/pFj6LRWw+07Q3/v8qxd+IqVrqz+ou4Q7J57Ou8Rw1lu9UBFOKp2vV5FonrA7/lCh0iX83hDZLP83/fiR/kZ05GOKfvT9Hh4Uue9QYxDMz1X63XjqSevInMLDo5ggzRtLeaqzdDmxPd8Tmc8eTne1eHR0z7Gwh21u7Xg3gSnQqRjiGHJvIQxh1UuhC7W3N2eMwfHPqaG8/I4PQptB1ZvyuEKrRs6nn1v3VlPPpjfVgZj1qNtSmDjm64wDIRKQQf9wCczohuwxULeJoJTNZJrEp/0TcmzYBuS1T/vU0vMhlat4mrNjRv2pTH58TRbW4oHLqd5in9hXcen8OCvj0XQoJDmCMsbBr6dnH0tWetDSC8tGpcGi4G52gjlKm5itoxwtZZnFLoOoINiRXGMDqNYec5c1TWA3wRRjVW1S//a0TiJ7oQETJHuwPVype/NkZRC9jj1FdXij+qJqBpgPDojDyrq5gklssmiwoHhyHbB7aWNVH5Z1dy5MztYH9L3IkZVVTTGUKr86b/VJ9XWfIginF1ngC9ReacpNlDkNnF4Qd3SxvGsCRrq5cC4BggKBCJRyRR6brrQuqvvgBZTaHtF5/wvJ7kHUqZdIpNrOBupxUtzU93YGUKhFZp8if11T1gqntR3g4NBdCkEk4799XM0QMB855fTOUyGVrMGuMXegaX+DxWKiugAEh+wsffalhLhAcyfT3Ev/982+TfXVJWGsyyF71/CR6m6/79v6pMN9oXLw5+ILjf1BLAwQUAAIACAC3ZZdc97mfdKIAAAB/AQAANwAAAHVuaXZlcnNhbC1uby12aWRlby9wbGF5YmFja19hbmRfbmF2aWdhdGlvbl9zZXR0aW5ncy54bWx1kNEKgzAMRd/9Cv9gsOdS2PPYEOYPRLxKobbSRMG/X+vUja17S+65NyFRDBHjetZFWSqaxD+EgmgJE9Tp3SfKNOPizEBivIuygDdfjqSE9X6sAhhOVqQ7shz9P/q+vLK0HIN4t2dIPlCbAfqcC6wkhRzNpl+1ehmhu4C44EtMPjhqLK5YGk+hvR+G7eK/OGXjZdOAm2+hX6U6fUhF/Nf+9CdQSwMEFAACAAgAt2WXXHUZAqmCBAAAmhcAADAAAAB1bml2ZXJzYWwtbm8tdmlkZW8vZmxhc2hfcHVibGlzaGluZ19zZXR0aW5ncy54bWzlWN1u2zYUvvdTEBp6Wctp0zUNZAdZLCNGHTuzlK7BMAS0RFtcKFIlKbvu1Z5mD7Yn2aHoOHbitHRWD2l7ETgiz/nO4Xd+eKTg6GPO0JRIRQVvenv1hocIT0RK+aTpXcSd5wceUhrzFDPBSdPjwkNHrVpQlCNGVRYRrUFUIYDh6rDQTS/Tujj0/dlsVqeqkGZXsFIDvqonIvcLSRThmki/YHgOP3peEOUtEBwA4C8XfKHWqtUQCizSmUhLRhBNwXNOzaEw6zCsMs+3YiOcXE+kKHl6IpiQSE5GTe+nTqPTCDs3MhaqTXPCDSeqBYtmWR/iNKXGC8wi+omgjNBJBu7uNfY9NKOpzprey8YLgwPy/n2cCt0eHhucEwEscL0wkBONU6yxfbQWNfmo1c2CXUrnHOc0iWEHGQaaXju+inrddnjVH8RhdHUan/WsD1soxeH7eAuluBv3wm3kXeFPL8/DYa/bf3sVDwa9uHt+qwWMrhES+OuMBcCsKGVCloQFOivzEceUQZbeoVERDXnOsJyQWHQohHGMmSIe+rMgk19LzKiem9BCOVwTUhyrgiR6aMLW9LQsiXcLZwHBMYjlMilevVnmxOuDtaP71vrtsTZ6GWCtcZJB8sBa5Vrgry7diFFTSDjRdAqpSe4cclwyFpVFIaRuGacr26uLSx8egAnGgq8xZ57RSLB0yRfJRyTt45ys1Fx0TXkHJPc8NIYYM2ByUBCOIsyhzqkGdpMlgCpHSlNd1XdnIX0sKWYI8KAREXQW3WM7ybBUa0FdBtbUVtL6vS80UX9Ytu3Sg6IRo2DFpJaTfMhT1JZ4Bn3JRfyccBexU8gbZnKHSCcnJFZbSKJjxlyEfxMlS9FclIjRa+BEIKiqMof/MoJWexcaS5FXq9BfNVIVhVNKZiQ9cjF0CSbyEjShmReMaGvhQ0k/oREZCwm4BE+BYlinyuLXtwIusFK3oPjGx2e2I3X77fD9M3NAnE4xT7YEh1IkeaF3go/niAt9owd0JLiECJqgpDSt9lzOVn98GJbdAOL8laKxhq9oXjL8NeGXhKxA7zDku7GyTeC/6IGz2QxPq0I3xVtBQ4lTCInFhI0EOjnli9vDATDBHAnO5ggncBkr0zamVJQKVmyDsNDq8R5afUjT6mkCtw5YlCmRTpCNvRcv91/9/PrgzWHd/+evv59/VmkxppwzbMzZOeXkwTnITevONPQFpc/MRPd0O0LmJlHTe0Y3z3kO6t1+HA6PT+Luu258uQGgYu/+fRz4ZlbYPDpUA9RTnRyi8Hh4coqGYXTRi6NDl4zqCyhenWSQk2PzcuGiM7iIIaahE7wJndOoMQzfOQFCEJ2Kz81sf+B04LcuUkM7bpyvjBpOLsD1MbHtEC4QRnMKSfxNNAOnunxUH/k2esF/fo2wzWRHvYBgmWQ7y6Mfo1vvMkDfMe1P+/36e34JPsPymkgUC8HU/1r761kUhWfdXwa99g/QZ58og/Zp+b1x7QNj4G/8lGt2csppDrSat5Tl99/Wq/1G4G/eqtUAbf17eqv2L1BLAwQUAAIACAC3ZZdcyxtso5IDAAD7DAAAKgAAAHVuaXZlcnNhbC1uby12aWRlby9mbGFzaF9za2luX3NldHRpbmdzLnhtbJ1XXW/bOgx9768wcp/XZG3T9QJugDZLgOF2W7EUfVdiJhEqS4ZEpzf79aM+bMuN3aRLUCA6PEekSIpCU/PCZbIDbbiSt4OLweQsSdJVqTVIfIK8EAwhkSyH2wFfFJrLTYIV/CnJ9/VqMPRSJZReACIxjUUqLOHZ7WBZIip5vlISaf9zqXTOxGDyz/Xl1dXFZTp0zGMqReGeqlmzFTRu5vOv46v5KZLgYzb/dzYa9QlWKi+Y3D+ojTpfstXLRqtSZiQbX40vxr2y7b4ALbh8cRHZTx9TcIPfKMGtmMaz8XR8f5qk0GAM2JCuZ9d31zdHVYItQVSeTgzOaxpXH5LtuOHoZF8u7bdPVrANtJM8H81Hs3k/X9LuLcHlV/t9X4DwP9q639tvL1WwPegPRaOKsviQQKuNTehfaYRiGV0/m9MbyunnowJ7IOvIuri5m33uTZIRPKMyKJ35Bnk3npDLkftEpPAzHhKpvdtaiUdbhDfTw3bIUsAEdQnpsFp5m9mq158l0mWCyZoJQ4QYakiPdMJHVppqmzbW8H7BK5dZRApAw3hWosxh6uONnbYNjWA6vXeDJebWWBShhl0AoxAbsGH+oLweMCOwYS5suX5KsT+gv7V4TdUQ9yxU8/30kxUko2WVsGpVWa2nB3vNTeQ6ABUnVxlMXF898Rxs2dKhw3xIw4OYUsl2fMOQHqzvlrfcLxAKkw7f4KHTuvsqRY4CutptpUptKBYyP4fDhsJ1WLzEPxzmDh9gjRW7DTY1sa9F3ApufbzTw3Z12vw6QXpLbgc50y+gn5QSZpAEHd0/2sa/yocKO63pLQX9Ta5VpHGB9YmkQjCnkpW/g6fSGSJbbXOKqddDnVNf2u4KpsFvV2llmS9Bz6gjOFQd2cY8b8s3W0F/+MzhFbK2oMfolbil7STjdcNHQGgBYHq1ra6DX3hLXgrkAnYggjUC3IH7TpYaujxd57Xt1W7KCDmpI8MMalol5rUNHYJniqtb4S3Hux7Z0riTtUZKNd6bmdIa+NWYtN0ae/dAaKXWzmTvSiEVq5VPVqJaINMYPDfrcHi2gzvJczeDyIB103RZvEYoVYS0OGMV8AHehGDfrXqz+oQdlj6JHbSTiy6Js7ydsk90QSdrDRCPWAeeRW/Af7BfKqazHzWl9Sh0mL2azkjPppvY/mc6jCBfnLgmOZfc/tMyLQ2qnP92e83CwxNy8S7njDYk2+QPUEsDBBQAAgAIALdll1zK6wjJfQQAACQXAAAvAAAAdW5pdmVyc2FsLW5vLXZpZGVvL2h0bWxfcHVibGlzaGluZ19zZXR0aW5ncy54bWzdWN1y2jgUvs9TaLzTy2LSn22aMWSywUyYEmCx021mZycjbIG1kSVXkqH0ap9mH2yfZI8sQkIgqciEdtKLTurjc75z9J0fHRwcfckZmhKpqOANb79W9xDhiUgpnzS887j98sBDSmOeYiY4aXhceOiouRcU5YhRlUVEa1BVCGC4Oix0w8u0Lg59fzab1agqpHkrWKkBX9USkfuFJIpwTaRfMDyHP3peEOUtEBwA4F8u+MKsubeHUGCRzkRaMoJoCpFzag6F2anOmedbrRFOriZSlDw9EUxIJCejhvdLu96uh+1rHYvUojnhhhLVBKER60OcptQEgVlEvxKUETrJINr9+hsPzWiqs4b3uv7K4IC+v45ToduzY4NzIoAErhcOcqJxijW2j9ajJl+0uhZYUTrnOKdJDG+QIaDhteLLqNtphZe9fhxGl6fxWdfGsIVRHH6KtzCKO3E33EbfFf70YhAOu53eh8u43+/GncGNFTC6QkjgrzIWALOilAlZEhborMxHHFMGRXqHRkU0lDnDckJi0aaQxjFminjo74JMfi8xo3puUgvdcEVIcawKkuihSVvD07Ik3g2cBYTAIJfLonj7flkT7w5Wju5b7zfH2hhlgLXGSQbFA7IqtMC/LbpWo6aPcKLpFEqT3DnkuGQsKotCSN00QVe+bwuXMdwDE4wFX2HOPKORYOmSL5KPSNrDOeRv0OYeGkNSGVDXLwhHEebQ11QDncnSQpUjpamu+rm90D6WFDMEPQuDh6CzaI3eJMNSrWRxmUnTTEnzz57QRP1l6bWie1UjRsGLqSUn/ZCnqCXxDOaQi/qAcBe1UygUZoqFSKcgJFZbaKJjxlyU/xAlS9FclIjRK+BEIGijMof/ZQTdHlZoLEVeSRlWGqmKwiklM5IeuTi6ABd5CZYwvAtGtPXwuaRf0YiMhQRcgqdAMcipsvi1rYALrNQNKL6O8YUdQZ1eK/z0whwQp1PMky3BofdIXuid4OM54kJf2wEdCS4hgyYpKU2rdy5nqz0+Dcv2hzw/UTZW8BXNS4afEn5JyC3oHaZ8N162Sfw3I3B2m+Fp1eimeStoaHEKKbGY8CKBIU/54rpwAEwwR4KzOcIJ3L7KjI0pFaUCiR0QFlo9PkJrD2VaPU1gswOPMiXSCbK+/+r1m7e/vjt4f1jz//vn35cPGi32kgHDxp1dTE7uXXzcrO6sP98wemAJWrNtC5mbQk3XnG5e7BzMO704HB6fxJ2PnfhiA0DF3vp9HPhmOdi8K1Qb051VYfTjdoUoPB6enKJhGJ134+jQpYZ6AtpVJxlU4dj8fnCx6Z/HkMXQCd4ky2m5GIYfnQAhbU7t5ua213c68AcXraFdMAa3lgunEODCmNgBCFcGozmFsn0W7e/UiY+aHM+j+zf+UqAPtr8dGDvqfoJlku2scp7xRP5xOfmJmd5Y/WrT7YciklNj9J2uwZ/5d+0ZlldEolgIpr5rq69WUBSedX7rd1s7LSXqVkvPon+flj77tPxguPKFMPA3fovdA/nql+3m3v9QSwMEFAACAAgAt2WXXKagiu2vAQAAbAYAACgAAAB1bml2ZXJzYWwtbm8tdmlkZW8vaHRtbF9za2luX3NldHRpbmdzLmpzlZRPT8IwGMbvfgoyr4YMtiF6A9kSEw4mejMeuvE6Frq2acsUjd/ddQxox4tge6EPvz3vn6bv91WvXl7m9e57383v5vzknhsNjKblGm5cnZ7QS6N7ihYLeClKoAUDr4NUu0/38s+BwIw91pimm2cNQll2Hjd/vBOqbFogDhLRFKJViPaBBfnExC+nsraqbUVWm9O11pz1M840MN1nXJakYbzrURCGw8CusAPzCuQZ9J1k4JgmySwKk1PkwTFO7mLft7mMl4KwzZznvJ+SbJVLvmaLLR2F0TBy6OVGgKwvfLULa5YN0ELpRw1lN3AURw/R9DQpJCgFbdxRPJqMxihMSQrU8v0jgy3qGJ+lq0IVekffBmbbtCA5HHUp8RM/TlyM1V5dLpiZfcxp+NTt7UzNdghKNiAvCcnFWlzCSZ6bjvwHpZwsCpa3TRnXTRmgnEnW2LaG40k8cMptJkY/5XKxv72joIdm+M3ynGdWdl7kdjhY726JvO3y1LS5YFZo9LWrTtQ5NigoJjJM5EhggYEVmo3uzh5zfq3rJnIF8oVzWuf7Zo8GNLXs4iI6aVz9/AJQSwMEFAACAAgAt2WXXEUFtNlsAAAAfQAAACUAAAB1bml2ZXJzYWwtbm8tdmlkZW8vbG9jYWxfc2V0dGluZ3MueG1sPYo7DoNADAV7TmG5J5+OgoUuZRrgABZY0UpeG+1aUbh9tkB08+ZNP/6SwJdziaYBn7cHAutqW9RPwGV+tR1CcdKNxJQDqiGMQ9OLrSQTu9ewwC50cJ45VXB+U6plnPZcT/DTQgvpuBbeh+YPUEsDBBQAAgAIALdll1w+kGO0vR0AABc1AAAgAAAAdW5pdmVyc2FsLW5vLXZpZGVvL3VuaXZlcnNhbC5wbmfte2tY0tnaN00zU+2O5pTHMrN0OmlGipZKpeWY4SF16+SpkdR2KUSGggl0mhJFmcYKDZXp5KnSHCYVRHBGhBwFakrRUChILUgNCVE5vWBN0579vh+eD8/7XM919cHrvlj/9b/X7/7dh3WvJeDDQgIX/sP2HwAAYGHQNwH7AYDP4QDAZ4/mfmkaGfQv5JvErIz9gbsAtXz7V6YPn6fuhOwEAOqJ83XffWH6PO/YN99mAABLT5j/ZolTHFAAwNY7QQE7I1EJIwPG2+lT6IdKrdVW3M7x/LlnCuaeWTXvTNjndtBrVY5Tuw/jgtZcbPgxpOrKk6c51ZCvNhZd6t2Tbpl3Py+E81V75lOC8+lFBZaHfwxBOD++GvK4f/urE9mpV0/8sUlA89FgR6lC8XBnQupAap2e/kZaTu15enSEKpgqpQq1ORPbQJ5trOgEdHKGdmKEl+/GRA0tNr5RmCAD4qhp7o+SrwsIRtgLO7eWt3/0LJxlGo5JOHFVK+WBmMqCuwXmeahj14Wl7WQ4RhEbu8E8A/Xmuqg/V7i/e5n5sQ/qUTqM8ea3+bEbAH8+rJpvnvfSn2EWh/f9V8XrKhlPyDLoSugMMpRGMQ3tAOezybGNMBhMzKDd92GPxySSEgP6J6aGh/NXo8G3b4tZWzX6z00zQ7irlc7SdiFz4v7dPhcldqNkWSY/oyx8zWh0fGaUEA02rXAKGbtRvI/HLDlg0KkaR11ZSEUPptNpgv1zjAOcGL5GItjxlYjb4Cjm69lYrv6J9mqFlNck2Myp6h9ugYpjo8dSR13AFdn2pvVO/RLD6PjWUzaOAl/nWIdvOXIuhjLLxcCi6ls2/xi+RlPmaFKXrvJCk5WZamahJj0HrLFRusBiZYImCWOMZswGq7DdADP0sE3L4ePG0i8y4BMdemXKJWrMaEuLb4aLf4dXc0rpq/0aoPgC5gijut65ET+5ZVlFkkhLpK0oMbPOpx5m4A9vOV+63c2RbgWX6kt/XSrvIuec7IenRZz9xtVBc/lXZ/+9LcSoAvfmQlxqBS/z1NNFezQJ/MuaUPas9xrmTS2tiPNkxqc+TBMwSvJcsq4QudZQCLIblTHsZUVBAxOoqfJiWXAVZ9C86I12GSSgwP0AQelsEDxDjNkCh9vJ28MP9WeWPi/S1ggpNhrgLU7x9I+VtmkcYjVs+0oqf0mNg6Xp1dbDF1FAfkwHaU/B2PB0HGn1+f58H42xu6p/zDpC6jmF5XOCNFckJ09SlH4VhF1IikzJ1ZYrONBC0ROM6f1KhczB2DvkUYdWD3EK7LJa5FGSBrREKz4pyazD6RX8Ht/ply7OJJYifnFZC3i0ssb03i26Hyxac/F4PMzOKJSFDCzykqxWmjL81MBKnC4iS8Y5mqgdSXU0GZNc79fYYmJUw9UHzP092WH6YVuq6IVBwdwfD+aQeyVUAXZqtEErhazM8vE8hpAuNFk0+8rpwYXwSb72SuoSvJr2+rrSOTkAr1Y3efAjkRgxZS5IaYwVjw81i0bzQUhW62AuyGTI4ofDYOOLgQfu/Hvz3Klrhe2Z9Xf8GWiRSExHUtrtmvze6T6R8KJq1i1/Bt4I7eE1STDKlF8UMa2w9w/vKJ1TvhjsrEzSM1HABFUF3/UzvovYnJs7ZJ0V47fCtT1IPEiJ1a29gwIb9vYwURGa+XGFqNkAwJtTg5S5dVYb+Uc72dNxy0VPvgHyz+DB3n6jsm0yyIP8TcPcVeJWHdvORNOcjWeCzxfmrrI4wAEv8/uyZDJCRPNJzLv0fM1nIQOa3VKIAT0+/UdFHMtNTLiY0p8p7KzQVR9r8jFz/NPp3BXeJ53btRHUJA5r4tLqZ/viQ4dWKyt+h/ZoKqWmlayIop6qInn6aRXeTAyE3UlZnX0TxYIVSW29ZA1I33srzeYCdkD/F4rWM+UnRzWeFK0pH8tRUiGINX2bOGuDBXQbJ5Og3Da6eK3ZXRtfPqYYJORKCjZb1V2HRarGO91m/8ekr7H+iaHTp9S57glc/bUZz3yBB917FwwXLeEHB2bGnFzErfQZKgNDGKeRlqYNDVBYipqtcDZrsfdWfjlNR6uGhqxwSivQYt+3D+PB0zfA9KlbidO37qZnWczM77eVQkofJAwdWl74K1Xg14x+TBb/gpbZSbxejcBx2p70ipkoDhz9AaWigrVUTdk+7LPZDl7kdWGNzTB3u+dC7Iiw4UpbfR7iK4QzJ4pARcTtfoLvA3kPydM3mAPj2YN4D7GPkm2Z6kK0gDAn293EGHTgAGye+/ZrrmehV747EV1qIwshtNOxa2aA025zyF40go0bEp3XN6seUqNwmmaPeykJ6ark0KnM0lLOtHIwjCbIDbAgJH2rc3Cpr8e83qCJJs7hvjjJHD7Jv/6CWZJmE5b1RflfCnPXI87QFC+2/BYScLl052b+olwkIslWkeRQP3ABrHtORVqkSA9tTVi+dDyTlq5zUADlbCNCG2OlzUVatSyfe2IZNCXRvqUr850Pmo8wOkjpAVur3URV1OPSkZygqK4mvAY4HZDTQUps11okSvWIiX2vwUmCJ4Srcz2h9nklXkrswKLCjt3Xu3Y3vvNVf5QMkgsoUh5iiCH8H/A/LXV3FgveLP01ldF0jPnWCcr3mu/S7if/+SuXWlnnniTccFnXriy0LzkeKNpFuNGbIuz95h2c7WvEN0ttLF2uOooLTy2VJ/5e7XJzavx2vMK/9MGQB6xmW7BLYZa4Y+OJrJL5y8ds7YLMu7DX8Qw2+Qe3+Kcg1dqebsUjAjC1omeYqfh5ictd6OQ8RFnpHHV03cEQm1QOyea8jk5EOrr1xsMp72Iv6zLK0oUoSyPluk0N06Fo/QZvWnr5iSF67sb69IQcLzHlqgcQGV/Wz+Tvy9VD0udznTlB7AeErdrX873ek7iXgS8ByPBQ9mXlLTv0o+e9rj0FuNHtbsftjdzxXmcZfzL65h50uKzXE0bCZTNgDlr8SGYZ+zf33/NzKk2AwtAXTzm99zCbvKTeOdE5Svh9XLRxV2RpHGdcVfs4vB07sWJxCIRwzf0ZWxQh2/vO8OgCUOtZ0qzU6KZ5/+Wc6oG80yFdeIdsrq/HXsykeyhY/7ZnnsMxXVIa17pOZgj7qCgQwYZqqoQ/W7EUup2DWqG5sNSsFmBr+f9VLJ/Qsoz9QyyM9CIv1FdXRHbAjRHTDR3+Y58XhhEk1lz3cmicsN7Pypy0B3cKfFRvh+bgnmk9jS8dmMtiLloL3ZmKYspZs9H3fiIa3gY2hEyfQuYq47k6+3dFqgQ5W7FM1lw45T1TNObXuJxspT9xB895p1IdsDiGtG1oeNVMlasqf3lrzFDLavu9W+CtiPygpNuy5SsXTSNsIOnWSvSLi3f//nCN2ER8xjb5ByjZ10lssslVIYErVBlLZkyNDH37I4oKk/JeVUGxi965Qo5PWAo3ec97BbJLsNPsxJgw30fBUp7J35U3PsKcHcT4FqQcOvExcDc8yBQCpYUfo1+rTBlgkx+HfwL3Cdx/F7jM9cqhazid3pSsAmL6Jsp4nbF7TuMV3rrRwH4KXUfv/vv8bpTKyfj2gmeogSKI98r1meg0ZqiewPU9mCS0Dnc5Zim3rnMCD33hzm2sZLPor33UBoK2SlE77e5Q8zc8jaaiOncxS9vMotJMfcT3Tuzag4jub7+2KJT/jOEczBBvLDXNyMZxiPdrReqYuMa/s1i7FG7ghWImXxs7A3LjRRxC6YJ1ysxzl0P9pvHNvzr1tGsd4cY+QU62+ehKxXDS5X6VMCCHHAMWj0KNBsnAgJ94pQwipkSmPnpNB6Pv9EuYfXuMr8CG33r0LYv+Tmn8WvFNW8eJvvsjTT6zAxkOp9de39P1Bq/xZziIChwr6A/SOY1O/AAUftWyzqMMfO5XO501Hsj+ai1w9Ab/hQ14qDfV3mkM3k+63RVAz/27MVcIIIuoLQ8JwEgOqoiavevcpSbIgDByI63LrLac3VWCEBE2uXdWrKw8X0xnVY/I0zlE7yReLTLj9t/iIb0DBbyfXgBCkkuDLKkR42uDI+pfbGm0kfBJGwoaBb0/Ar9LEoX7ip/oaaYjCg5p1NZyM/4DEJ1LvuS49jdO5MaSnxWeHuIniiGCMuXI8lAPJM7VEl6rSN4f9ffgzOCQiweXusXWiCDp2+8zYJbhTm17dBTcwPob+waE6MaSPBCCAiUzMHfsoMF3Oks2Nxv2dj/RVytTGA+VkwhOcMM43YdWRzfS/iNQv2HYGPdHFudZNzeUHUhoxDc6nbipfLpVmbnxNjUlcyBFNz9CXQdpR2Ye126zdGngQSEr4EJ9h9dX47u4tDSdl9PcAq0DHPQfQbQID7InfSoen8B9Avf/AHcrF3RHSDaMZsEx/G8rPzx5aW7eGkIm/r1Fw7ytBP+M/G3OHX/C2F9TS1LLPbVf/vNrDvKj0df5iZM8HkuHd5Bsm5pdGEEYthYi7wh2/9cu+w4/exTokDwoH7Z3nem+D68KGYUP0Nv3+o4/cIqlZDR9PXN7MMvMsN0iR/PKW1eZqW1znEH85QynXufMHD88ZSZz4YUZcm2XmFl8vsTM6o7ZM/TZ75pZYYeZt/P+MzwuzDUTdmzup0VMi4xckvGoAixaNSmjPD3A7ExuwL19FJq2Kdbpg1JXO/jqg4yRdPgAw6Cu2646D8oZHlJRcMePNq9P2iN2ZvvJPYM7tZGksS0wnDgd3t9Ufz+t4MPSpjMdujNWnJO1fC9jxaxKGCivSVUTjRENmW/zvn07+fDCSpg7cJABiCgQUUDzA81WHnQ3b96e4kireavqeUcTVPK7g+uu85vF6oclc7fTfK4LtGKNmDpokbtlkj3e70dw/DrlbUCMjZCrpflpSJkDmrlApFHGtVVw+/wRLC7xOwJIbYg7VPFH/V+WP0RZXpMySkAWbklDkHNFdNfVD8yXgVmpMrbIJnj1CXZXOQp86FwHKaH957ng+jHEAIqM2s6mI4w02HoxW2/f2Kn15ZCVI7pJTsluKAPPddkVOnpUXszd+6enGv2lkK5VHbn7hVFTx2/n2svSihdsosXzQ/CNUBGdkuuLXB762ml2cD8l92sajLDRIpxT4iujh6dZKitcJcvg0l6b3P0ccg6houfu6Q/+M51V0SvI+efI2c1zV9gErk5ji7zJzocOluTZR/yavMDPw7lANBYbPfiarDzT1SzloXSXNL4N+dx/6SYzV6is8X+GTqbpwE5NGb8VghzYzR4BwgIeWKf+TkgiK7M9HHftLVtm6RZkmyp+/Y+t6hitlNcEYZOKlVQ38RNWuQfH1OQJAz6Y2ckhLwBZBK/edzNm5XfJ61+yx5VuwHbPqT8qs3mlvbCcoKiyR0ulkzamJqY3ml/YZwWX1ydJIpTOEyUaRw3FYTiSgYcS3QbzkLI712JIDrjXcEli9TbPD+FvioUAQLXbrH94A5Pl2zzUnhZhnFMXrZQrNMs6Vdu8aT5tYXccGh1SH7MXFCMk6rpd7SLZiJxQUq0fVqdxMN16DvNdk7ECXFgNXbnh4+A+uOa/Iy89A9/d6KJ1ytD0TYvHsoX+qfLjPTs/cGZqlBsZgzxNi/HaYl/GlG6YwtBO3CBipaPbZjL5z/RJY+BtPOuyuxsHrJK3iM8JWQZkKsLF1Cl7iNk/5253PLuYG/yxUjsQrH/h5vqNZyCcYiFzQgQaOyk5KRDjJvrcJOb/EggZQ91ZshDGpmf2oI9p2MUmK/WmNBnZzCE3efK5YEN9s0KKcaveBvtg7SYbeFJ8Vxfe6N/FsIAXkj/wE8wlI1ZwQ//CYdKBhTATZZC4Vi9hgdLZQCTt7dYjGP9WFtrsmKrRTopU7y5mt+fJBsPqN7rC4txi7Bt5JEh74t0tlsNNH0fr7KBPxfx/2yKnza0IlOjboPa+kP8/csv1SXwSn8Qn8Ul8Ep/EJ/FJ/M+L5gMMtGEDmYQblsAMbxsdnuYogiXNfbqhrPtWGuAovH+syRhr/tbQcPYro/4CdTjyuYD5ZujucFxc14bQFtlrdx0HCK6fugFGHVcgmPeGWT9PFbmBczQZ+4ltg4NQG+Jt1Zc/5ZuOJVYww8Qj40+FWgeHQH0vANC76Yw/JqHdxzBJSxRnMwSWj4Z7KaQsK+LYTsTCg86kQpBSdHoaMmLdzg0HewIAFe0E8nRO3lTAmiriFJo5hTP29WCLE3346vo5MU9vyXgH5IYo7I7PAKXr3TpoWDesGhhL1PqpJ+Io072zN478oazAOm1PUUNnAw5eJe2LZ3UyT9SIyxURDidP3cKDWs+6q74X1OWEj7tqZv/kDYTXUkpAmG7uyoP/ki6816Rgvpna7bZXPIgF2M9WDk3jP3q21jUHezH/xyyaA4C7g0HDSiGJZkxXUUBqHU4/xeORQQJDnSKz5Klhahhetim0ETbwlL5ChTJMbadQt2JdOYK2u7EiSmV+WiN8wE/NPIcCM5dXMF3Hj7q1c6M06Isjo/ZOVxIlwn4kPzPIivY1mqSddWwBm6xwEb+NeocfmFf0rA4zcjRVPk/pirhuLxIOIvavdBHU+2liQ1+UcMsE0T5izW/fbBQIIBsFrcBlWyfSzas1M123fD5o4NTlE7yzegauMvRoUXIvPllos0ARw3BVN0UNGOhPZJ/ZO31sNY8wfjPniGebq3vb89UuHaQ+FyuS+6G4KztvYmGcn34EHpSOYEQjsY2hLfE1Fm4NHX0+SBb069+9kBdHxqHkbYY4+XvdfjljWTpakFFxA4c5Ksqv4X7htUfKU1vCp2uIvq1/sMlHj5U83B/KyaK9zIzjR958IJA8GUYQQDaY9/D9JOoGmf6OxRFd73hy2LBpsK9UHlM6bgc2gjzBU3ocWuUmnibV2ofIEbfpmKpHQw+PWcoRswoflSqdmY3Dml5Ucy04SsrrjtcIIzGvZ12ZaJVBfIPoL+neT4jprhEuryMqUjD78EUv89O4g5DdeflscvVIZYOoEUbCJFqpG6wKQEitqoF8wLNy2/JAgUHDok1dxL2xGrPTGtWzcelHm/OruHflE9ewEpq8PlDdBOAerkWpwCuxAwNj9XCcjCLJGYnAHT1KjscaKMZuqqVqyWkwM/ACwkGZsaZxHg1ybhLRjML1u7a7JzXnGCfqjCN3tUog+G00v6fdzVZO9/d5iQL6MdXQTq5HQ0eydmUbqj9zZINYgEycdpPUI7U1YsE6pXd+XaXuaV4dlc5zlEMX39uqHLLdV3YvlEYdMFi+KHYPD20oEUTeRD1UpkiEu1tGnkohPo+0v7KMVqOFU6jt5b90l7gpz23saR+vdum2WiFDasNYY2zLX1G/HWhsJmTHnYJuDWTgxyplmt7s/bjyyZIwVuiwRq5DL3H/qTYUisr9KUJ4gfDFlKrKsCDvmx9ECc4+8eyzhSCZzM7B2OTqIHSvKNVYc2S+9+ty0qB6piC6RpNBmsy2hWe9FIyFm13jLI47W205cUT+1CkqYV+mfBDYBT1yJdhvSE0HNvulas1O+R2tUAjbyh4cN3jAJ0ZwR5rnLINzXAq0KQw2PJY7tlBp97Da5fBM7BG0XY3cojO3q8xRl8EmI1KSc9zqFIIisIv05InSKqJy1ZV2T+iCB+mcsVc2ceMNCIrUcx2u/BDqgb4i1xvdnG1c1L1OfE6ZqmSiqAp3e9y6Iu3vIvZ4jMN4puzOHQROjR0F+gUWqzIi32Wp8NlqpXMoXTF+6bnzRFFAqcL9y4vuQ4dePkDW+5zds7HzGUKc2dwD8R5TrO4h1q9j7ZEzFQjVLvZwepZR34sBL47iJj1wabvmF14r15yPPBvqC4vSkLV8yc+FmnXlgASPZ+ZUveEv41kfqLVtB7oSJGPArkOR1jIeShR3xX3VmKCWNPhiAbmpTjZOmI3cw7ens8k63JE9jyMZfWrr86ULi9wudpI8ITz6UzWtmdDEknVWyjPO3v4zHX8AOsrHw0t3jImce6K1IXIafdKHQFRNojtINt1c8BUiMCYzPUtMr1mJ2/tl6WZ+MV402Plajh211ybc67sfT89AyJJlED8bvoTdra4OwRe6HFay047Is02mNC5Wd6B0E5sLEQ9Mq5qT1FGZ4rNuMakMcnGinVzaAVwG4CQjhyC6fnzjY5TkeEXY+fOTU5e0fRqqvMZkSTFyK/OXdT0j+SBTEmw2EBzA0d1PhkfXD01n232o19uW+xeqlNmfR3Cqx76TXHqZ3V8DYwUHkG+fJ4cR5x8jLMKDLjDj1ifHPTh6vcBN1TGZENofKOviI5wfHl7gP7WlXNd3ibXD6wW0tzKYgece1CUHfV6HUVbUUOPl9wsz9fvKNojP0RL93lfmVqk8ZoE3X2HJXE8JKwy1VnhWr2ysESVynuyjxL83cugH1mYPWyivieWuG8sDqdfSpjJuJtQlM+BTf1QznsEMn13j/1EaXIkCMh0cDyUy+jTW5xnYsKfq/Ks0KQ+pG6w273EQxqzl0dwkr7F58R5+FncU+82UsqpQ437qLTXT2JnieoFN3szdl0uYp8R4+e/ETO1fCLCxliMzj08xFffPlXp8peWtCiN6k2DKlFL3IiCiQspjco/1cyfzSdWUEnVGVlQG763t+11gbY4yP7E35+0NMHXq2RwwihKzXCGfaP1l2/I2r2XMWvKPoV0TZYAnsn8itfnWlJjCWS51BREmJ5tK4MuHKCD3+0NH44q3LAOMp3KS2/ytjfRIXWLqm67qWMY8GUVbSxTuXtmW07/l+iE2eXrK1xSPd9yXdB/Myn1nLO3UXKDFv8RGgwbup+0TwMqz5dVan4leKDmLpR1IFeV6HWOakEySyiZ81y2WKd5oIN/XmiuxlYdYiEqyHhueFzTg+T5hIFVWZZSrmHpBZFxVxWc7vpxQDnNQP4JrHJMY3yCKpzcEZbyyhh85Qc4DRcGAHop/9SfqfUIwo643EmJT+YKod9WpVEYbxsJVbWBdW+rpFAlL1AinpFuKOOly7KmT8ph9U7Et1S4n1pXnDhYxVdgb/yTGdo+4QRd4DWMoNe9r0OYElF9K4mutXwKk/fsj0YAHilG2oLDJ+Xf08+8uUXdn8u6VBnNRlhwK2rTvyJCpco8zx3FTtAeDzX5ZVhaJgbLOW0Plju9Dbxg1+fwCCKzJAEfH8vi4+vT+itE5TZWF7VsNKVvZRfdQScUcxdpzH6AclQcdHXCeYYQmhZQeItYbrgu3bf9i8TaxPVV5AKVUI0u+RlnMdFyziaDF+/W9NQLMKIifsAjZh0OQm9IHHI4Frsi/Mbmwf5JMXWeBkjZmqBuiZuKQYHuVbXdwZCgP9Nr5Q9tykv19rswWpJZQ/KZGeSA/tYbPFqkT+51hsZo5/eHcpGWsTfmvRmTwFBXoX0ry/WmXb7KqZ3x4f0N/Lqj1qqmmhjJe3fabAARbwidQw9slNPM3YjDfDV12M/42FGpQ3R6z7OR8BE54ayb9SOYda404DqysqHsXT32yFWMoLibc2dB9rEjOmpnPpWCe82JlCBiCYCoTnXqA15f/1p74su2aVkpQQy4NHFm/1Nq0rfxna3ZyX0va+lpERBukZbSABPkV69avGzlapl6qLYSaciN+dE6r+xJTv4l6HP0ujF5b4MZPys+0S3Kk2rHzZFSzIV80mfH8nsRB/2uR8PjqJVoCRigb+cPUjJ7IWiHZQPvoVWWJICdbZWpCWA0lGcb2dGkDEgcAcPf+1Zeae2Ukk30wyKol9+VJsaqcByX6/lPb9Wd8AJ4Vb0KU3YvI6iM9xZpPA/cXD1kRM8z6M1+hqFcc+s0vAgU+mEz91VDseNH9x/2asYkRUaqI3YAg0x0Ap6CZ2g2U3my/9pzapXN7xhmM5vxyECCu0nQMUDBbh5e6nrR4lOuOWEgm5rxwIleWZ9dkknlFoX7oif3VvXuaZgF65JcrxfVqRh5ap8xgMdQoSupCQWdz82v07FYk7QRjnhB5WrDW/rjFo8Spy4l9OW/OOvhogc9uzNQfAOD2uC66a6L4264m2t6mIK7OBMCfbwcYyrxlvkkHtG4x364DTnH+r+Ld72nmf/ixTRNGO9Fj/nUSYCXjpScoAT14+e5fP75J8yTzgt1afrm/1PzyHJdsiG57Pkg5NkhKFD+dax4b3F3ZgcuSQXTaIRCLhla2WzXCzK+3qvNdLTEpOo1xVvWRn4YW9dsSzMNBu0MCancdPPN/AFBLAwQUAAIACAC3ZZdcmaaWNE0AAABqAAAAJAAAAHVuaXZlcnNhbC1uby12aWRlby91bml2ZXJzYWwucG5nLnhtbLOxr8jNUShLLSrOzM+zVTLUM1Cyt+PlsikoSi3LTC1XqACKGekZQICSQqWtkgkStzwzpSTDVsnC2BghlpGamZ5RYqtkZmQKF9QHGgkAUEsBAgAAFAACAAgAlGMTU4lztt05AwAAWQkAAB0AAAAAAAAAAQAAAAAAAAAAAHVuaXZlcnNhbC1uby12aWRlby9wbGF5ZXIueG1sUEsBAgAAFAACAAgAt2WXXAairqlyBgAAJhkAACYAAAAAAAAAAQAAAAAAdAMAAHVuaXZlcnNhbC1uby12aWRlby9jb21tb25fbWVzc2FnZXMubG5nUEsBAgAAFAACAAgAt2WXXPe5n3SiAAAAfwEAADcAAAAAAAAAAQAAAAAAKgoAAHVuaXZlcnNhbC1uby12aWRlby9wbGF5YmFja19hbmRfbmF2aWdhdGlvbl9zZXR0aW5ncy54bWxQSwECAAAUAAIACAC3ZZdcdRkCqYIEAACaFwAAMAAAAAAAAAABAAAAAAAhCwAAdW5pdmVyc2FsLW5vLXZpZGVvL2ZsYXNoX3B1Ymxpc2hpbmdfc2V0dGluZ3MueG1sUEsBAgAAFAACAAgAt2WXXMsbbKOSAwAA+wwAACoAAAAAAAAAAQAAAAAA8Q8AAHVuaXZlcnNhbC1uby12aWRlby9mbGFzaF9za2luX3NldHRpbmdzLnhtbFBLAQIAABQAAgAIALdll1zK6wjJfQQAACQXAAAvAAAAAAAAAAEAAAAAAMsTAAB1bml2ZXJzYWwtbm8tdmlkZW8vaHRtbF9wdWJsaXNoaW5nX3NldHRpbmdzLnhtbFBLAQIAABQAAgAIALdll1ymoIrtrwEAAGwGAAAoAAAAAAAAAAEAAAAAAJUYAAB1bml2ZXJzYWwtbm8tdmlkZW8vaHRtbF9za2luX3NldHRpbmdzLmpzUEsBAgAAFAACAAgAt2WXXEUFtNlsAAAAfQAAACUAAAAAAAAAAQAAAAAAihoAAHVuaXZlcnNhbC1uby12aWRlby9sb2NhbF9zZXR0aW5ncy54bWxQSwECAAAUAAIACAC3ZZdcPpBjtL0dAAAXNQAAIAAAAAAAAAAAAAAAAAA5GwAAdW5pdmVyc2FsLW5vLXZpZGVvL3VuaXZlcnNhbC5wbmdQSwECAAAUAAIACAC3ZZdcmaaWNE0AAABqAAAAJAAAAAAAAAABAAAAAAA0OQAAdW5pdmVyc2FsLW5vLXZpZGVvL3VuaXZlcnNhbC5wbmcueG1sUEsFBgAAAAAKAAoAYAMAAMM5AAAAAA=="/>
  <p:tag name="ISPRING_CURRENT_PLAYER_ID" val="universal-no-video"/>
  <p:tag name="ISPRING_LMS_API_VERSION" val="SCORM 2004 (2nd edition)"/>
  <p:tag name="ISPRING_ULTRA_SCORM_COURSE_ID" val="CAA6559F-A8D4-4EC2-ABFF-840725891793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uFFFD:\uFFFD{EFA32E9E-D3FC-45B2-9007-F1D8513598E0}&quot;,&quot;C:\\Users\\user\\OneDrive\\Teaching\\AI-Driven-Programming\\My Presentations\\iSpring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-no-video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}}"/>
  <p:tag name="ISPRING_SCORM_RATE_QUIZZES" val="0"/>
  <p:tag name="ISPRING_SCORM_PASSING_SCORE" val="100.000000"/>
  <p:tag name="ISPRING_PRESENTATION_TITLE" val="02- building apps based on LLM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C9EAEFB-F6EB-4E1B-A14C-24C9A01FD601}" vid="{8B6879A6-F69B-4C40-996E-BB7FE75B5F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96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C12B05E-CAF4-4221-A76B-04E3584F16FA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d6e540a5-c6bb-47ed-b5f3-2b06318e018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295</Words>
  <Application>Microsoft Office PowerPoint</Application>
  <PresentationFormat>On-screen Show (16:9)</PresentationFormat>
  <Paragraphs>57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Black</vt:lpstr>
      <vt:lpstr>Consolas</vt:lpstr>
      <vt:lpstr>Wingdings</vt:lpstr>
      <vt:lpstr>Office Theme</vt:lpstr>
      <vt:lpstr>Agno | Reasoning</vt:lpstr>
      <vt:lpstr>Agno | Reasoning — קוד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Keren Kalif</dc:creator>
  <cp:lastModifiedBy>Keren Kalif</cp:lastModifiedBy>
  <cp:revision>1</cp:revision>
  <dcterms:created xsi:type="dcterms:W3CDTF">2026-05-04T18:14:47Z</dcterms:created>
  <dcterms:modified xsi:type="dcterms:W3CDTF">2026-06-03T06:53:13Z</dcterms:modified>
</cp:coreProperties>
</file>